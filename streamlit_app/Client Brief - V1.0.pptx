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5"/>
    <p:sldId id="260" r:id="rId6"/>
    <p:sldId id="261" r:id="rId7"/>
  </p:sldIdLst>
  <p:sldSz cx="192024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83C"/>
    <a:srgbClr val="000066"/>
    <a:srgbClr val="1E1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wjanya Gummella" userId="d0e6b467-fefc-40e4-bbb1-0dbc061ed4fa" providerId="ADAL" clId="{AA50273F-2049-4DB9-9ECF-5DF845FB34CD}"/>
    <pc:docChg chg="undo custSel addSld delSld modSld">
      <pc:chgData name="Sowjanya Gummella" userId="d0e6b467-fefc-40e4-bbb1-0dbc061ed4fa" providerId="ADAL" clId="{AA50273F-2049-4DB9-9ECF-5DF845FB34CD}" dt="2025-09-02T08:28:26.845" v="3457" actId="12"/>
      <pc:docMkLst>
        <pc:docMk/>
      </pc:docMkLst>
      <pc:sldChg chg="modSp mod">
        <pc:chgData name="Sowjanya Gummella" userId="d0e6b467-fefc-40e4-bbb1-0dbc061ed4fa" providerId="ADAL" clId="{AA50273F-2049-4DB9-9ECF-5DF845FB34CD}" dt="2025-09-02T06:37:19.170" v="50" actId="1076"/>
        <pc:sldMkLst>
          <pc:docMk/>
          <pc:sldMk cId="2583531632" sldId="256"/>
        </pc:sldMkLst>
        <pc:spChg chg="mod">
          <ac:chgData name="Sowjanya Gummella" userId="d0e6b467-fefc-40e4-bbb1-0dbc061ed4fa" providerId="ADAL" clId="{AA50273F-2049-4DB9-9ECF-5DF845FB34CD}" dt="2025-09-02T06:37:10.675" v="49" actId="20577"/>
          <ac:spMkLst>
            <pc:docMk/>
            <pc:sldMk cId="2583531632" sldId="256"/>
            <ac:spMk id="3" creationId="{79D3192B-258B-100F-FD66-39B2EF3482C8}"/>
          </ac:spMkLst>
        </pc:spChg>
        <pc:picChg chg="mod">
          <ac:chgData name="Sowjanya Gummella" userId="d0e6b467-fefc-40e4-bbb1-0dbc061ed4fa" providerId="ADAL" clId="{AA50273F-2049-4DB9-9ECF-5DF845FB34CD}" dt="2025-09-02T06:37:19.170" v="50" actId="1076"/>
          <ac:picMkLst>
            <pc:docMk/>
            <pc:sldMk cId="2583531632" sldId="256"/>
            <ac:picMk id="4" creationId="{2AEA3E64-B299-D2B5-1121-4748A5E223E6}"/>
          </ac:picMkLst>
        </pc:picChg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2010631397" sldId="257"/>
        </pc:sldMkLst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403232299" sldId="258"/>
        </pc:sldMkLst>
      </pc:sldChg>
      <pc:sldChg chg="del">
        <pc:chgData name="Sowjanya Gummella" userId="d0e6b467-fefc-40e4-bbb1-0dbc061ed4fa" providerId="ADAL" clId="{AA50273F-2049-4DB9-9ECF-5DF845FB34CD}" dt="2025-09-02T07:58:23.395" v="1769" actId="47"/>
        <pc:sldMkLst>
          <pc:docMk/>
          <pc:sldMk cId="2219517308" sldId="259"/>
        </pc:sldMkLst>
      </pc:sldChg>
      <pc:sldChg chg="addSp delSp modSp new mod">
        <pc:chgData name="Sowjanya Gummella" userId="d0e6b467-fefc-40e4-bbb1-0dbc061ed4fa" providerId="ADAL" clId="{AA50273F-2049-4DB9-9ECF-5DF845FB34CD}" dt="2025-09-02T08:13:33.041" v="2319" actId="1076"/>
        <pc:sldMkLst>
          <pc:docMk/>
          <pc:sldMk cId="2695559904" sldId="260"/>
        </pc:sldMkLst>
        <pc:spChg chg="mod">
          <ac:chgData name="Sowjanya Gummella" userId="d0e6b467-fefc-40e4-bbb1-0dbc061ed4fa" providerId="ADAL" clId="{AA50273F-2049-4DB9-9ECF-5DF845FB34CD}" dt="2025-09-02T06:53:34.589" v="444" actId="1076"/>
          <ac:spMkLst>
            <pc:docMk/>
            <pc:sldMk cId="2695559904" sldId="260"/>
            <ac:spMk id="2" creationId="{7D6C23F7-E90D-D430-BF20-A61A0CA54590}"/>
          </ac:spMkLst>
        </pc:spChg>
        <pc:spChg chg="add mod">
          <ac:chgData name="Sowjanya Gummella" userId="d0e6b467-fefc-40e4-bbb1-0dbc061ed4fa" providerId="ADAL" clId="{AA50273F-2049-4DB9-9ECF-5DF845FB34CD}" dt="2025-09-02T08:05:42.220" v="2038" actId="1076"/>
          <ac:spMkLst>
            <pc:docMk/>
            <pc:sldMk cId="2695559904" sldId="260"/>
            <ac:spMk id="4" creationId="{0F02BB6C-2663-2C9B-7C7D-41C20B093F17}"/>
          </ac:spMkLst>
        </pc:spChg>
        <pc:spChg chg="add mod">
          <ac:chgData name="Sowjanya Gummella" userId="d0e6b467-fefc-40e4-bbb1-0dbc061ed4fa" providerId="ADAL" clId="{AA50273F-2049-4DB9-9ECF-5DF845FB34CD}" dt="2025-09-02T08:05:42.220" v="2038" actId="1076"/>
          <ac:spMkLst>
            <pc:docMk/>
            <pc:sldMk cId="2695559904" sldId="260"/>
            <ac:spMk id="5" creationId="{DCBF4907-C594-B4DD-95AD-0A7B03C15772}"/>
          </ac:spMkLst>
        </pc:spChg>
        <pc:spChg chg="add del mod">
          <ac:chgData name="Sowjanya Gummella" userId="d0e6b467-fefc-40e4-bbb1-0dbc061ed4fa" providerId="ADAL" clId="{AA50273F-2049-4DB9-9ECF-5DF845FB34CD}" dt="2025-09-02T07:11:31.429" v="517" actId="478"/>
          <ac:spMkLst>
            <pc:docMk/>
            <pc:sldMk cId="2695559904" sldId="260"/>
            <ac:spMk id="6" creationId="{48D3E138-FC42-B6BB-76A1-CA6EE553AA46}"/>
          </ac:spMkLst>
        </pc:spChg>
        <pc:spChg chg="add mod">
          <ac:chgData name="Sowjanya Gummella" userId="d0e6b467-fefc-40e4-bbb1-0dbc061ed4fa" providerId="ADAL" clId="{AA50273F-2049-4DB9-9ECF-5DF845FB34CD}" dt="2025-09-02T07:23:09.569" v="832" actId="1076"/>
          <ac:spMkLst>
            <pc:docMk/>
            <pc:sldMk cId="2695559904" sldId="260"/>
            <ac:spMk id="7" creationId="{EE4195E7-6223-9F32-F8A2-34245FD867DC}"/>
          </ac:spMkLst>
        </pc:spChg>
        <pc:spChg chg="add mod">
          <ac:chgData name="Sowjanya Gummella" userId="d0e6b467-fefc-40e4-bbb1-0dbc061ed4fa" providerId="ADAL" clId="{AA50273F-2049-4DB9-9ECF-5DF845FB34CD}" dt="2025-09-02T07:22:55.898" v="829" actId="1037"/>
          <ac:spMkLst>
            <pc:docMk/>
            <pc:sldMk cId="2695559904" sldId="260"/>
            <ac:spMk id="8" creationId="{688A80E2-86A9-8219-C4C4-5FEE4EAD2BEA}"/>
          </ac:spMkLst>
        </pc:spChg>
        <pc:spChg chg="add del mod">
          <ac:chgData name="Sowjanya Gummella" userId="d0e6b467-fefc-40e4-bbb1-0dbc061ed4fa" providerId="ADAL" clId="{AA50273F-2049-4DB9-9ECF-5DF845FB34CD}" dt="2025-09-02T07:16:08.159" v="689" actId="478"/>
          <ac:spMkLst>
            <pc:docMk/>
            <pc:sldMk cId="2695559904" sldId="260"/>
            <ac:spMk id="9" creationId="{CB47D40D-C7DE-A928-5F09-A0202CED0ACE}"/>
          </ac:spMkLst>
        </pc:spChg>
        <pc:spChg chg="add del mod">
          <ac:chgData name="Sowjanya Gummella" userId="d0e6b467-fefc-40e4-bbb1-0dbc061ed4fa" providerId="ADAL" clId="{AA50273F-2049-4DB9-9ECF-5DF845FB34CD}" dt="2025-09-02T07:15:45.487" v="686" actId="478"/>
          <ac:spMkLst>
            <pc:docMk/>
            <pc:sldMk cId="2695559904" sldId="260"/>
            <ac:spMk id="10" creationId="{A2901061-AEA6-2D79-D7BC-0967B1726B95}"/>
          </ac:spMkLst>
        </pc:spChg>
        <pc:spChg chg="add mod">
          <ac:chgData name="Sowjanya Gummella" userId="d0e6b467-fefc-40e4-bbb1-0dbc061ed4fa" providerId="ADAL" clId="{AA50273F-2049-4DB9-9ECF-5DF845FB34CD}" dt="2025-09-02T08:13:10.334" v="2316" actId="1076"/>
          <ac:spMkLst>
            <pc:docMk/>
            <pc:sldMk cId="2695559904" sldId="260"/>
            <ac:spMk id="11" creationId="{ACC09BC6-BC5B-65E8-912D-A9475473DF22}"/>
          </ac:spMkLst>
        </pc:spChg>
        <pc:spChg chg="add mod">
          <ac:chgData name="Sowjanya Gummella" userId="d0e6b467-fefc-40e4-bbb1-0dbc061ed4fa" providerId="ADAL" clId="{AA50273F-2049-4DB9-9ECF-5DF845FB34CD}" dt="2025-09-02T08:05:42.220" v="2038" actId="1076"/>
          <ac:spMkLst>
            <pc:docMk/>
            <pc:sldMk cId="2695559904" sldId="260"/>
            <ac:spMk id="12" creationId="{670C7723-0405-7A7C-E89A-42A4178BE4D0}"/>
          </ac:spMkLst>
        </pc:spChg>
        <pc:spChg chg="add mod">
          <ac:chgData name="Sowjanya Gummella" userId="d0e6b467-fefc-40e4-bbb1-0dbc061ed4fa" providerId="ADAL" clId="{AA50273F-2049-4DB9-9ECF-5DF845FB34CD}" dt="2025-09-02T08:05:42.220" v="2038" actId="1076"/>
          <ac:spMkLst>
            <pc:docMk/>
            <pc:sldMk cId="2695559904" sldId="260"/>
            <ac:spMk id="13" creationId="{B5DB442F-D1D5-54A0-E95A-6CB1E1F8F873}"/>
          </ac:spMkLst>
        </pc:spChg>
        <pc:spChg chg="add mod">
          <ac:chgData name="Sowjanya Gummella" userId="d0e6b467-fefc-40e4-bbb1-0dbc061ed4fa" providerId="ADAL" clId="{AA50273F-2049-4DB9-9ECF-5DF845FB34CD}" dt="2025-09-02T08:05:42.220" v="2038" actId="1076"/>
          <ac:spMkLst>
            <pc:docMk/>
            <pc:sldMk cId="2695559904" sldId="260"/>
            <ac:spMk id="14" creationId="{38385526-927A-F9B4-4AC3-6F1F2ACDAAF5}"/>
          </ac:spMkLst>
        </pc:spChg>
        <pc:spChg chg="add mod">
          <ac:chgData name="Sowjanya Gummella" userId="d0e6b467-fefc-40e4-bbb1-0dbc061ed4fa" providerId="ADAL" clId="{AA50273F-2049-4DB9-9ECF-5DF845FB34CD}" dt="2025-09-02T08:05:42.220" v="2038" actId="1076"/>
          <ac:spMkLst>
            <pc:docMk/>
            <pc:sldMk cId="2695559904" sldId="260"/>
            <ac:spMk id="15" creationId="{BDE8B7FC-E893-5412-8B8D-04F5C642ADFE}"/>
          </ac:spMkLst>
        </pc:spChg>
        <pc:spChg chg="add mod">
          <ac:chgData name="Sowjanya Gummella" userId="d0e6b467-fefc-40e4-bbb1-0dbc061ed4fa" providerId="ADAL" clId="{AA50273F-2049-4DB9-9ECF-5DF845FB34CD}" dt="2025-09-02T07:22:55.898" v="829" actId="1037"/>
          <ac:spMkLst>
            <pc:docMk/>
            <pc:sldMk cId="2695559904" sldId="260"/>
            <ac:spMk id="16" creationId="{B63ECA95-A9F3-8DB7-5009-85C65B8FA7CA}"/>
          </ac:spMkLst>
        </pc:spChg>
        <pc:spChg chg="add mod">
          <ac:chgData name="Sowjanya Gummella" userId="d0e6b467-fefc-40e4-bbb1-0dbc061ed4fa" providerId="ADAL" clId="{AA50273F-2049-4DB9-9ECF-5DF845FB34CD}" dt="2025-09-02T07:22:55.898" v="829" actId="1037"/>
          <ac:spMkLst>
            <pc:docMk/>
            <pc:sldMk cId="2695559904" sldId="260"/>
            <ac:spMk id="17" creationId="{79749A7E-087B-7C68-CB3C-E2D961B53F2A}"/>
          </ac:spMkLst>
        </pc:spChg>
        <pc:spChg chg="add del mod">
          <ac:chgData name="Sowjanya Gummella" userId="d0e6b467-fefc-40e4-bbb1-0dbc061ed4fa" providerId="ADAL" clId="{AA50273F-2049-4DB9-9ECF-5DF845FB34CD}" dt="2025-09-02T07:21:44.869" v="805" actId="478"/>
          <ac:spMkLst>
            <pc:docMk/>
            <pc:sldMk cId="2695559904" sldId="260"/>
            <ac:spMk id="18" creationId="{A00AD203-D2AB-D44C-858D-F55DCB07C86F}"/>
          </ac:spMkLst>
        </pc:spChg>
        <pc:spChg chg="add mod">
          <ac:chgData name="Sowjanya Gummella" userId="d0e6b467-fefc-40e4-bbb1-0dbc061ed4fa" providerId="ADAL" clId="{AA50273F-2049-4DB9-9ECF-5DF845FB34CD}" dt="2025-09-02T07:23:06.876" v="831" actId="1076"/>
          <ac:spMkLst>
            <pc:docMk/>
            <pc:sldMk cId="2695559904" sldId="260"/>
            <ac:spMk id="19" creationId="{EBA4A7B3-157D-59F7-89F4-3E2D3771A8F5}"/>
          </ac:spMkLst>
        </pc:spChg>
        <pc:spChg chg="add mod">
          <ac:chgData name="Sowjanya Gummella" userId="d0e6b467-fefc-40e4-bbb1-0dbc061ed4fa" providerId="ADAL" clId="{AA50273F-2049-4DB9-9ECF-5DF845FB34CD}" dt="2025-09-02T07:22:55.898" v="829" actId="1037"/>
          <ac:spMkLst>
            <pc:docMk/>
            <pc:sldMk cId="2695559904" sldId="260"/>
            <ac:spMk id="20" creationId="{926983E1-0242-D72F-4538-982F5B165A1E}"/>
          </ac:spMkLst>
        </pc:spChg>
        <pc:spChg chg="add mod">
          <ac:chgData name="Sowjanya Gummella" userId="d0e6b467-fefc-40e4-bbb1-0dbc061ed4fa" providerId="ADAL" clId="{AA50273F-2049-4DB9-9ECF-5DF845FB34CD}" dt="2025-09-02T07:22:55.898" v="829" actId="1037"/>
          <ac:spMkLst>
            <pc:docMk/>
            <pc:sldMk cId="2695559904" sldId="260"/>
            <ac:spMk id="21" creationId="{7647CE12-37E1-6303-945B-0FE696D5ED2A}"/>
          </ac:spMkLst>
        </pc:spChg>
        <pc:spChg chg="add mod">
          <ac:chgData name="Sowjanya Gummella" userId="d0e6b467-fefc-40e4-bbb1-0dbc061ed4fa" providerId="ADAL" clId="{AA50273F-2049-4DB9-9ECF-5DF845FB34CD}" dt="2025-09-02T08:04:49.728" v="2034" actId="1076"/>
          <ac:spMkLst>
            <pc:docMk/>
            <pc:sldMk cId="2695559904" sldId="260"/>
            <ac:spMk id="22" creationId="{1B5138B2-D72C-7A68-9F40-C8886B87FDE0}"/>
          </ac:spMkLst>
        </pc:spChg>
        <pc:spChg chg="add mod">
          <ac:chgData name="Sowjanya Gummella" userId="d0e6b467-fefc-40e4-bbb1-0dbc061ed4fa" providerId="ADAL" clId="{AA50273F-2049-4DB9-9ECF-5DF845FB34CD}" dt="2025-09-02T08:11:42.087" v="2280" actId="1076"/>
          <ac:spMkLst>
            <pc:docMk/>
            <pc:sldMk cId="2695559904" sldId="260"/>
            <ac:spMk id="24" creationId="{3B889990-E4BD-874A-0DB0-812861230E27}"/>
          </ac:spMkLst>
        </pc:spChg>
        <pc:spChg chg="add mod">
          <ac:chgData name="Sowjanya Gummella" userId="d0e6b467-fefc-40e4-bbb1-0dbc061ed4fa" providerId="ADAL" clId="{AA50273F-2049-4DB9-9ECF-5DF845FB34CD}" dt="2025-09-02T08:11:28.637" v="2278" actId="1076"/>
          <ac:spMkLst>
            <pc:docMk/>
            <pc:sldMk cId="2695559904" sldId="260"/>
            <ac:spMk id="25" creationId="{0374A784-84D5-DB2F-4DB9-323BE0FCE978}"/>
          </ac:spMkLst>
        </pc:spChg>
        <pc:spChg chg="add mod">
          <ac:chgData name="Sowjanya Gummella" userId="d0e6b467-fefc-40e4-bbb1-0dbc061ed4fa" providerId="ADAL" clId="{AA50273F-2049-4DB9-9ECF-5DF845FB34CD}" dt="2025-09-02T08:11:28.637" v="2278" actId="1076"/>
          <ac:spMkLst>
            <pc:docMk/>
            <pc:sldMk cId="2695559904" sldId="260"/>
            <ac:spMk id="26" creationId="{FE51D5C9-1582-629E-E757-01EDF0E55B82}"/>
          </ac:spMkLst>
        </pc:spChg>
        <pc:spChg chg="add mod">
          <ac:chgData name="Sowjanya Gummella" userId="d0e6b467-fefc-40e4-bbb1-0dbc061ed4fa" providerId="ADAL" clId="{AA50273F-2049-4DB9-9ECF-5DF845FB34CD}" dt="2025-09-02T08:11:34.033" v="2279" actId="1076"/>
          <ac:spMkLst>
            <pc:docMk/>
            <pc:sldMk cId="2695559904" sldId="260"/>
            <ac:spMk id="27" creationId="{3C70CB58-621E-B556-8B83-558D9BCD97DF}"/>
          </ac:spMkLst>
        </pc:spChg>
        <pc:spChg chg="add mod">
          <ac:chgData name="Sowjanya Gummella" userId="d0e6b467-fefc-40e4-bbb1-0dbc061ed4fa" providerId="ADAL" clId="{AA50273F-2049-4DB9-9ECF-5DF845FB34CD}" dt="2025-09-02T08:11:28.637" v="2278" actId="1076"/>
          <ac:spMkLst>
            <pc:docMk/>
            <pc:sldMk cId="2695559904" sldId="260"/>
            <ac:spMk id="28" creationId="{7282FF37-58E2-40B3-FCF4-B94CBFB98212}"/>
          </ac:spMkLst>
        </pc:spChg>
        <pc:spChg chg="add mod">
          <ac:chgData name="Sowjanya Gummella" userId="d0e6b467-fefc-40e4-bbb1-0dbc061ed4fa" providerId="ADAL" clId="{AA50273F-2049-4DB9-9ECF-5DF845FB34CD}" dt="2025-09-02T08:11:59.905" v="2311" actId="1076"/>
          <ac:spMkLst>
            <pc:docMk/>
            <pc:sldMk cId="2695559904" sldId="260"/>
            <ac:spMk id="29" creationId="{2EFBECFB-1BE8-8EFE-B879-C99741AB2231}"/>
          </ac:spMkLst>
        </pc:spChg>
        <pc:spChg chg="add mod">
          <ac:chgData name="Sowjanya Gummella" userId="d0e6b467-fefc-40e4-bbb1-0dbc061ed4fa" providerId="ADAL" clId="{AA50273F-2049-4DB9-9ECF-5DF845FB34CD}" dt="2025-09-02T08:11:59.905" v="2311" actId="1076"/>
          <ac:spMkLst>
            <pc:docMk/>
            <pc:sldMk cId="2695559904" sldId="260"/>
            <ac:spMk id="30" creationId="{6CCFA940-7CB3-CC2C-0237-13C9D7D1B565}"/>
          </ac:spMkLst>
        </pc:spChg>
        <pc:spChg chg="add mod">
          <ac:chgData name="Sowjanya Gummella" userId="d0e6b467-fefc-40e4-bbb1-0dbc061ed4fa" providerId="ADAL" clId="{AA50273F-2049-4DB9-9ECF-5DF845FB34CD}" dt="2025-09-02T08:11:59.905" v="2311" actId="1076"/>
          <ac:spMkLst>
            <pc:docMk/>
            <pc:sldMk cId="2695559904" sldId="260"/>
            <ac:spMk id="31" creationId="{0FADD807-3C77-A91F-5443-689250C5B0C5}"/>
          </ac:spMkLst>
        </pc:spChg>
        <pc:spChg chg="add mod">
          <ac:chgData name="Sowjanya Gummella" userId="d0e6b467-fefc-40e4-bbb1-0dbc061ed4fa" providerId="ADAL" clId="{AA50273F-2049-4DB9-9ECF-5DF845FB34CD}" dt="2025-09-02T08:11:59.905" v="2311" actId="1076"/>
          <ac:spMkLst>
            <pc:docMk/>
            <pc:sldMk cId="2695559904" sldId="260"/>
            <ac:spMk id="32" creationId="{D0C57C63-F321-ACE3-C4C7-A18EF23CD16A}"/>
          </ac:spMkLst>
        </pc:spChg>
        <pc:spChg chg="add mod">
          <ac:chgData name="Sowjanya Gummella" userId="d0e6b467-fefc-40e4-bbb1-0dbc061ed4fa" providerId="ADAL" clId="{AA50273F-2049-4DB9-9ECF-5DF845FB34CD}" dt="2025-09-02T08:11:59.905" v="2311" actId="1076"/>
          <ac:spMkLst>
            <pc:docMk/>
            <pc:sldMk cId="2695559904" sldId="260"/>
            <ac:spMk id="33" creationId="{7697850F-871D-EDE7-57AE-A96927E65E8A}"/>
          </ac:spMkLst>
        </pc:spChg>
        <pc:spChg chg="add mod">
          <ac:chgData name="Sowjanya Gummella" userId="d0e6b467-fefc-40e4-bbb1-0dbc061ed4fa" providerId="ADAL" clId="{AA50273F-2049-4DB9-9ECF-5DF845FB34CD}" dt="2025-09-02T08:12:14.840" v="2312" actId="1076"/>
          <ac:spMkLst>
            <pc:docMk/>
            <pc:sldMk cId="2695559904" sldId="260"/>
            <ac:spMk id="34" creationId="{F4765CF1-0ED1-C3EE-5E74-9C4C4B4B7869}"/>
          </ac:spMkLst>
        </pc:spChg>
        <pc:spChg chg="add mod">
          <ac:chgData name="Sowjanya Gummella" userId="d0e6b467-fefc-40e4-bbb1-0dbc061ed4fa" providerId="ADAL" clId="{AA50273F-2049-4DB9-9ECF-5DF845FB34CD}" dt="2025-09-02T08:12:14.840" v="2312" actId="1076"/>
          <ac:spMkLst>
            <pc:docMk/>
            <pc:sldMk cId="2695559904" sldId="260"/>
            <ac:spMk id="35" creationId="{6A01A62D-40A4-7038-CF54-3C03D7F57AA2}"/>
          </ac:spMkLst>
        </pc:spChg>
        <pc:spChg chg="add mod">
          <ac:chgData name="Sowjanya Gummella" userId="d0e6b467-fefc-40e4-bbb1-0dbc061ed4fa" providerId="ADAL" clId="{AA50273F-2049-4DB9-9ECF-5DF845FB34CD}" dt="2025-09-02T08:12:14.840" v="2312" actId="1076"/>
          <ac:spMkLst>
            <pc:docMk/>
            <pc:sldMk cId="2695559904" sldId="260"/>
            <ac:spMk id="36" creationId="{DDB1EAC6-C697-54C2-1F9C-86D33BC89615}"/>
          </ac:spMkLst>
        </pc:spChg>
        <pc:spChg chg="add mod">
          <ac:chgData name="Sowjanya Gummella" userId="d0e6b467-fefc-40e4-bbb1-0dbc061ed4fa" providerId="ADAL" clId="{AA50273F-2049-4DB9-9ECF-5DF845FB34CD}" dt="2025-09-02T08:12:14.840" v="2312" actId="1076"/>
          <ac:spMkLst>
            <pc:docMk/>
            <pc:sldMk cId="2695559904" sldId="260"/>
            <ac:spMk id="37" creationId="{32C8C779-4E28-8FDC-ABA1-6268BE1CDCDB}"/>
          </ac:spMkLst>
        </pc:spChg>
        <pc:spChg chg="add mod">
          <ac:chgData name="Sowjanya Gummella" userId="d0e6b467-fefc-40e4-bbb1-0dbc061ed4fa" providerId="ADAL" clId="{AA50273F-2049-4DB9-9ECF-5DF845FB34CD}" dt="2025-09-02T08:12:56.523" v="2314" actId="1076"/>
          <ac:spMkLst>
            <pc:docMk/>
            <pc:sldMk cId="2695559904" sldId="260"/>
            <ac:spMk id="38" creationId="{A7CD3AB1-3E93-236B-2924-BAE8DC7A92F6}"/>
          </ac:spMkLst>
        </pc:spChg>
        <pc:spChg chg="add del mod">
          <ac:chgData name="Sowjanya Gummella" userId="d0e6b467-fefc-40e4-bbb1-0dbc061ed4fa" providerId="ADAL" clId="{AA50273F-2049-4DB9-9ECF-5DF845FB34CD}" dt="2025-09-02T08:10:07.041" v="2199" actId="478"/>
          <ac:spMkLst>
            <pc:docMk/>
            <pc:sldMk cId="2695559904" sldId="260"/>
            <ac:spMk id="39" creationId="{25FA1515-91B2-931C-6AB9-693EBD98FFBB}"/>
          </ac:spMkLst>
        </pc:spChg>
        <pc:graphicFrameChg chg="add mod modGraphic">
          <ac:chgData name="Sowjanya Gummella" userId="d0e6b467-fefc-40e4-bbb1-0dbc061ed4fa" providerId="ADAL" clId="{AA50273F-2049-4DB9-9ECF-5DF845FB34CD}" dt="2025-09-02T08:13:14.701" v="2317" actId="1076"/>
          <ac:graphicFrameMkLst>
            <pc:docMk/>
            <pc:sldMk cId="2695559904" sldId="260"/>
            <ac:graphicFrameMk id="3" creationId="{163A6E6D-081A-867E-3B9F-82DDFF410038}"/>
          </ac:graphicFrameMkLst>
        </pc:graphicFrameChg>
        <pc:graphicFrameChg chg="add mod modGraphic">
          <ac:chgData name="Sowjanya Gummella" userId="d0e6b467-fefc-40e4-bbb1-0dbc061ed4fa" providerId="ADAL" clId="{AA50273F-2049-4DB9-9ECF-5DF845FB34CD}" dt="2025-09-02T08:05:02.308" v="2036" actId="2161"/>
          <ac:graphicFrameMkLst>
            <pc:docMk/>
            <pc:sldMk cId="2695559904" sldId="260"/>
            <ac:graphicFrameMk id="23" creationId="{FC78EC69-3B1A-242E-B87C-93D80D4BF9A4}"/>
          </ac:graphicFrameMkLst>
        </pc:graphicFrameChg>
        <pc:graphicFrameChg chg="add mod modGraphic">
          <ac:chgData name="Sowjanya Gummella" userId="d0e6b467-fefc-40e4-bbb1-0dbc061ed4fa" providerId="ADAL" clId="{AA50273F-2049-4DB9-9ECF-5DF845FB34CD}" dt="2025-09-02T08:13:33.041" v="2319" actId="1076"/>
          <ac:graphicFrameMkLst>
            <pc:docMk/>
            <pc:sldMk cId="2695559904" sldId="260"/>
            <ac:graphicFrameMk id="40" creationId="{629025CE-1C32-DE14-68FF-8D83D33E9AC8}"/>
          </ac:graphicFrameMkLst>
        </pc:graphicFrameChg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2422590345" sldId="261"/>
        </pc:sldMkLst>
      </pc:sldChg>
      <pc:sldChg chg="addSp delSp modSp add mod">
        <pc:chgData name="Sowjanya Gummella" userId="d0e6b467-fefc-40e4-bbb1-0dbc061ed4fa" providerId="ADAL" clId="{AA50273F-2049-4DB9-9ECF-5DF845FB34CD}" dt="2025-09-02T08:28:26.845" v="3457" actId="12"/>
        <pc:sldMkLst>
          <pc:docMk/>
          <pc:sldMk cId="3824242787" sldId="261"/>
        </pc:sldMkLst>
        <pc:spChg chg="del mod">
          <ac:chgData name="Sowjanya Gummella" userId="d0e6b467-fefc-40e4-bbb1-0dbc061ed4fa" providerId="ADAL" clId="{AA50273F-2049-4DB9-9ECF-5DF845FB34CD}" dt="2025-09-02T08:03:42.739" v="2026" actId="478"/>
          <ac:spMkLst>
            <pc:docMk/>
            <pc:sldMk cId="3824242787" sldId="261"/>
            <ac:spMk id="2" creationId="{B92363C0-6AC0-6FB4-E72C-D19360774D02}"/>
          </ac:spMkLst>
        </pc:spChg>
        <pc:spChg chg="del">
          <ac:chgData name="Sowjanya Gummella" userId="d0e6b467-fefc-40e4-bbb1-0dbc061ed4fa" providerId="ADAL" clId="{AA50273F-2049-4DB9-9ECF-5DF845FB34CD}" dt="2025-09-02T08:03:34.782" v="2023" actId="478"/>
          <ac:spMkLst>
            <pc:docMk/>
            <pc:sldMk cId="3824242787" sldId="261"/>
            <ac:spMk id="7" creationId="{1691F991-B85F-A653-74EC-3CFDEB0EBB27}"/>
          </ac:spMkLst>
        </pc:spChg>
        <pc:spChg chg="del">
          <ac:chgData name="Sowjanya Gummella" userId="d0e6b467-fefc-40e4-bbb1-0dbc061ed4fa" providerId="ADAL" clId="{AA50273F-2049-4DB9-9ECF-5DF845FB34CD}" dt="2025-09-02T08:03:34.782" v="2023" actId="478"/>
          <ac:spMkLst>
            <pc:docMk/>
            <pc:sldMk cId="3824242787" sldId="261"/>
            <ac:spMk id="8" creationId="{810C6607-3161-3F9F-B40A-5246E72925EC}"/>
          </ac:spMkLst>
        </pc:spChg>
        <pc:spChg chg="add del mod">
          <ac:chgData name="Sowjanya Gummella" userId="d0e6b467-fefc-40e4-bbb1-0dbc061ed4fa" providerId="ADAL" clId="{AA50273F-2049-4DB9-9ECF-5DF845FB34CD}" dt="2025-09-02T08:03:52.947" v="2027" actId="478"/>
          <ac:spMkLst>
            <pc:docMk/>
            <pc:sldMk cId="3824242787" sldId="261"/>
            <ac:spMk id="9" creationId="{29A2AD90-CD2D-E0ED-5B29-FA0EACB0A8F2}"/>
          </ac:spMkLst>
        </pc:spChg>
        <pc:spChg chg="add mod">
          <ac:chgData name="Sowjanya Gummella" userId="d0e6b467-fefc-40e4-bbb1-0dbc061ed4fa" providerId="ADAL" clId="{AA50273F-2049-4DB9-9ECF-5DF845FB34CD}" dt="2025-09-02T08:14:47" v="2440" actId="20577"/>
          <ac:spMkLst>
            <pc:docMk/>
            <pc:sldMk cId="3824242787" sldId="261"/>
            <ac:spMk id="10" creationId="{7DA8B4A7-8B3F-15CB-2F8E-371D304143EF}"/>
          </ac:spMkLst>
        </pc:spChg>
        <pc:spChg chg="del">
          <ac:chgData name="Sowjanya Gummella" userId="d0e6b467-fefc-40e4-bbb1-0dbc061ed4fa" providerId="ADAL" clId="{AA50273F-2049-4DB9-9ECF-5DF845FB34CD}" dt="2025-09-02T08:03:34.782" v="2023" actId="478"/>
          <ac:spMkLst>
            <pc:docMk/>
            <pc:sldMk cId="3824242787" sldId="261"/>
            <ac:spMk id="11" creationId="{49F15F0E-C139-BE12-6653-5C5725F11D0F}"/>
          </ac:spMkLst>
        </pc:spChg>
        <pc:spChg chg="del">
          <ac:chgData name="Sowjanya Gummella" userId="d0e6b467-fefc-40e4-bbb1-0dbc061ed4fa" providerId="ADAL" clId="{AA50273F-2049-4DB9-9ECF-5DF845FB34CD}" dt="2025-09-02T08:03:34.782" v="2023" actId="478"/>
          <ac:spMkLst>
            <pc:docMk/>
            <pc:sldMk cId="3824242787" sldId="261"/>
            <ac:spMk id="12" creationId="{6D5C2B54-2352-232A-C29B-6453C61C8B7E}"/>
          </ac:spMkLst>
        </pc:spChg>
        <pc:spChg chg="del">
          <ac:chgData name="Sowjanya Gummella" userId="d0e6b467-fefc-40e4-bbb1-0dbc061ed4fa" providerId="ADAL" clId="{AA50273F-2049-4DB9-9ECF-5DF845FB34CD}" dt="2025-09-02T08:03:34.782" v="2023" actId="478"/>
          <ac:spMkLst>
            <pc:docMk/>
            <pc:sldMk cId="3824242787" sldId="261"/>
            <ac:spMk id="17" creationId="{3A95948D-3E02-083D-2047-B934F97E1A8A}"/>
          </ac:spMkLst>
        </pc:spChg>
        <pc:spChg chg="add mod">
          <ac:chgData name="Sowjanya Gummella" userId="d0e6b467-fefc-40e4-bbb1-0dbc061ed4fa" providerId="ADAL" clId="{AA50273F-2049-4DB9-9ECF-5DF845FB34CD}" dt="2025-09-02T08:16:54.549" v="2473" actId="14100"/>
          <ac:spMkLst>
            <pc:docMk/>
            <pc:sldMk cId="3824242787" sldId="261"/>
            <ac:spMk id="18" creationId="{79887B37-D41A-459D-40E2-0B40434AD07F}"/>
          </ac:spMkLst>
        </pc:spChg>
        <pc:spChg chg="del">
          <ac:chgData name="Sowjanya Gummella" userId="d0e6b467-fefc-40e4-bbb1-0dbc061ed4fa" providerId="ADAL" clId="{AA50273F-2049-4DB9-9ECF-5DF845FB34CD}" dt="2025-09-02T08:03:34.782" v="2023" actId="478"/>
          <ac:spMkLst>
            <pc:docMk/>
            <pc:sldMk cId="3824242787" sldId="261"/>
            <ac:spMk id="19" creationId="{CA7ED243-F789-8782-0835-5B680E1CD5AC}"/>
          </ac:spMkLst>
        </pc:spChg>
        <pc:spChg chg="del">
          <ac:chgData name="Sowjanya Gummella" userId="d0e6b467-fefc-40e4-bbb1-0dbc061ed4fa" providerId="ADAL" clId="{AA50273F-2049-4DB9-9ECF-5DF845FB34CD}" dt="2025-09-02T08:03:34.782" v="2023" actId="478"/>
          <ac:spMkLst>
            <pc:docMk/>
            <pc:sldMk cId="3824242787" sldId="261"/>
            <ac:spMk id="21" creationId="{9A455B04-C3AA-531B-FCFA-1E5BEC0AF696}"/>
          </ac:spMkLst>
        </pc:spChg>
        <pc:spChg chg="del">
          <ac:chgData name="Sowjanya Gummella" userId="d0e6b467-fefc-40e4-bbb1-0dbc061ed4fa" providerId="ADAL" clId="{AA50273F-2049-4DB9-9ECF-5DF845FB34CD}" dt="2025-09-02T08:03:34.782" v="2023" actId="478"/>
          <ac:spMkLst>
            <pc:docMk/>
            <pc:sldMk cId="3824242787" sldId="261"/>
            <ac:spMk id="25" creationId="{F9D97995-D139-1CEA-9114-24564E50D151}"/>
          </ac:spMkLst>
        </pc:spChg>
        <pc:spChg chg="del">
          <ac:chgData name="Sowjanya Gummella" userId="d0e6b467-fefc-40e4-bbb1-0dbc061ed4fa" providerId="ADAL" clId="{AA50273F-2049-4DB9-9ECF-5DF845FB34CD}" dt="2025-09-02T08:03:52.947" v="2027" actId="478"/>
          <ac:spMkLst>
            <pc:docMk/>
            <pc:sldMk cId="3824242787" sldId="261"/>
            <ac:spMk id="27" creationId="{19F4D2EC-BD82-B7B7-7A1E-F4DFC117B223}"/>
          </ac:spMkLst>
        </pc:spChg>
        <pc:spChg chg="del">
          <ac:chgData name="Sowjanya Gummella" userId="d0e6b467-fefc-40e4-bbb1-0dbc061ed4fa" providerId="ADAL" clId="{AA50273F-2049-4DB9-9ECF-5DF845FB34CD}" dt="2025-09-02T08:03:34.782" v="2023" actId="478"/>
          <ac:spMkLst>
            <pc:docMk/>
            <pc:sldMk cId="3824242787" sldId="261"/>
            <ac:spMk id="28" creationId="{EF34239B-2615-C3C2-A76D-89D16A53258F}"/>
          </ac:spMkLst>
        </pc:spChg>
        <pc:spChg chg="del">
          <ac:chgData name="Sowjanya Gummella" userId="d0e6b467-fefc-40e4-bbb1-0dbc061ed4fa" providerId="ADAL" clId="{AA50273F-2049-4DB9-9ECF-5DF845FB34CD}" dt="2025-09-02T08:03:52.947" v="2027" actId="478"/>
          <ac:spMkLst>
            <pc:docMk/>
            <pc:sldMk cId="3824242787" sldId="261"/>
            <ac:spMk id="32" creationId="{53B48621-BB64-46BA-B7A7-53EB76A654FB}"/>
          </ac:spMkLst>
        </pc:spChg>
        <pc:spChg chg="del">
          <ac:chgData name="Sowjanya Gummella" userId="d0e6b467-fefc-40e4-bbb1-0dbc061ed4fa" providerId="ADAL" clId="{AA50273F-2049-4DB9-9ECF-5DF845FB34CD}" dt="2025-09-02T08:03:34.782" v="2023" actId="478"/>
          <ac:spMkLst>
            <pc:docMk/>
            <pc:sldMk cId="3824242787" sldId="261"/>
            <ac:spMk id="34" creationId="{79A73883-00F3-16D6-D2F7-F769BFD4DD4C}"/>
          </ac:spMkLst>
        </pc:spChg>
        <pc:spChg chg="del">
          <ac:chgData name="Sowjanya Gummella" userId="d0e6b467-fefc-40e4-bbb1-0dbc061ed4fa" providerId="ADAL" clId="{AA50273F-2049-4DB9-9ECF-5DF845FB34CD}" dt="2025-09-02T08:03:52.947" v="2027" actId="478"/>
          <ac:spMkLst>
            <pc:docMk/>
            <pc:sldMk cId="3824242787" sldId="261"/>
            <ac:spMk id="35" creationId="{3927CF16-E3B5-EDB7-2217-91A9909D1833}"/>
          </ac:spMkLst>
        </pc:spChg>
        <pc:spChg chg="del">
          <ac:chgData name="Sowjanya Gummella" userId="d0e6b467-fefc-40e4-bbb1-0dbc061ed4fa" providerId="ADAL" clId="{AA50273F-2049-4DB9-9ECF-5DF845FB34CD}" dt="2025-09-02T08:03:52.947" v="2027" actId="478"/>
          <ac:spMkLst>
            <pc:docMk/>
            <pc:sldMk cId="3824242787" sldId="261"/>
            <ac:spMk id="36" creationId="{EE0FB5F0-6057-78EE-69F9-B8AD9FB8416E}"/>
          </ac:spMkLst>
        </pc:spChg>
        <pc:spChg chg="del">
          <ac:chgData name="Sowjanya Gummella" userId="d0e6b467-fefc-40e4-bbb1-0dbc061ed4fa" providerId="ADAL" clId="{AA50273F-2049-4DB9-9ECF-5DF845FB34CD}" dt="2025-09-02T08:03:52.947" v="2027" actId="478"/>
          <ac:spMkLst>
            <pc:docMk/>
            <pc:sldMk cId="3824242787" sldId="261"/>
            <ac:spMk id="37" creationId="{E8966E62-3805-E07F-56A4-886ACB47CA12}"/>
          </ac:spMkLst>
        </pc:spChg>
        <pc:spChg chg="add mod">
          <ac:chgData name="Sowjanya Gummella" userId="d0e6b467-fefc-40e4-bbb1-0dbc061ed4fa" providerId="ADAL" clId="{AA50273F-2049-4DB9-9ECF-5DF845FB34CD}" dt="2025-09-02T08:17:01.845" v="2477" actId="20577"/>
          <ac:spMkLst>
            <pc:docMk/>
            <pc:sldMk cId="3824242787" sldId="261"/>
            <ac:spMk id="38" creationId="{7D2FAF3C-787D-B6CD-3AE1-313DCC84CFC0}"/>
          </ac:spMkLst>
        </pc:spChg>
        <pc:spChg chg="add mod">
          <ac:chgData name="Sowjanya Gummella" userId="d0e6b467-fefc-40e4-bbb1-0dbc061ed4fa" providerId="ADAL" clId="{AA50273F-2049-4DB9-9ECF-5DF845FB34CD}" dt="2025-09-02T08:20:15.007" v="2815" actId="20577"/>
          <ac:spMkLst>
            <pc:docMk/>
            <pc:sldMk cId="3824242787" sldId="261"/>
            <ac:spMk id="39" creationId="{13B27914-A045-A411-5309-2CBDE16B2AE0}"/>
          </ac:spMkLst>
        </pc:spChg>
        <pc:spChg chg="add mod">
          <ac:chgData name="Sowjanya Gummella" userId="d0e6b467-fefc-40e4-bbb1-0dbc061ed4fa" providerId="ADAL" clId="{AA50273F-2049-4DB9-9ECF-5DF845FB34CD}" dt="2025-09-02T08:18:01.717" v="2547" actId="1076"/>
          <ac:spMkLst>
            <pc:docMk/>
            <pc:sldMk cId="3824242787" sldId="261"/>
            <ac:spMk id="40" creationId="{87CD5953-B93A-C762-27CA-CB2FE6791AB2}"/>
          </ac:spMkLst>
        </pc:spChg>
        <pc:spChg chg="add mod">
          <ac:chgData name="Sowjanya Gummella" userId="d0e6b467-fefc-40e4-bbb1-0dbc061ed4fa" providerId="ADAL" clId="{AA50273F-2049-4DB9-9ECF-5DF845FB34CD}" dt="2025-09-02T08:18:18.315" v="2575" actId="20577"/>
          <ac:spMkLst>
            <pc:docMk/>
            <pc:sldMk cId="3824242787" sldId="261"/>
            <ac:spMk id="41" creationId="{8EF3D4E3-BE96-BF25-99FE-47FC89184C39}"/>
          </ac:spMkLst>
        </pc:spChg>
        <pc:spChg chg="add mod">
          <ac:chgData name="Sowjanya Gummella" userId="d0e6b467-fefc-40e4-bbb1-0dbc061ed4fa" providerId="ADAL" clId="{AA50273F-2049-4DB9-9ECF-5DF845FB34CD}" dt="2025-09-02T08:19:39.909" v="2713" actId="20577"/>
          <ac:spMkLst>
            <pc:docMk/>
            <pc:sldMk cId="3824242787" sldId="261"/>
            <ac:spMk id="42" creationId="{C379B846-2871-4C81-2AD9-7EB763174EB2}"/>
          </ac:spMkLst>
        </pc:spChg>
        <pc:spChg chg="add mod">
          <ac:chgData name="Sowjanya Gummella" userId="d0e6b467-fefc-40e4-bbb1-0dbc061ed4fa" providerId="ADAL" clId="{AA50273F-2049-4DB9-9ECF-5DF845FB34CD}" dt="2025-09-02T08:20:29.084" v="2817" actId="1076"/>
          <ac:spMkLst>
            <pc:docMk/>
            <pc:sldMk cId="3824242787" sldId="261"/>
            <ac:spMk id="43" creationId="{A61F6D79-F5E6-4300-4A1A-85A9F42C153B}"/>
          </ac:spMkLst>
        </pc:spChg>
        <pc:spChg chg="add mod">
          <ac:chgData name="Sowjanya Gummella" userId="d0e6b467-fefc-40e4-bbb1-0dbc061ed4fa" providerId="ADAL" clId="{AA50273F-2049-4DB9-9ECF-5DF845FB34CD}" dt="2025-09-02T08:20:49.449" v="2873" actId="14100"/>
          <ac:spMkLst>
            <pc:docMk/>
            <pc:sldMk cId="3824242787" sldId="261"/>
            <ac:spMk id="44" creationId="{87ED7C58-EDF4-1521-B70C-CC813D8F8662}"/>
          </ac:spMkLst>
        </pc:spChg>
        <pc:spChg chg="add mod">
          <ac:chgData name="Sowjanya Gummella" userId="d0e6b467-fefc-40e4-bbb1-0dbc061ed4fa" providerId="ADAL" clId="{AA50273F-2049-4DB9-9ECF-5DF845FB34CD}" dt="2025-09-02T08:21:04.206" v="2875" actId="1076"/>
          <ac:spMkLst>
            <pc:docMk/>
            <pc:sldMk cId="3824242787" sldId="261"/>
            <ac:spMk id="45" creationId="{43D08EBF-0046-8CA8-E2A9-A8AF6D6E4C87}"/>
          </ac:spMkLst>
        </pc:spChg>
        <pc:spChg chg="add mod">
          <ac:chgData name="Sowjanya Gummella" userId="d0e6b467-fefc-40e4-bbb1-0dbc061ed4fa" providerId="ADAL" clId="{AA50273F-2049-4DB9-9ECF-5DF845FB34CD}" dt="2025-09-02T08:21:18.384" v="2916" actId="20577"/>
          <ac:spMkLst>
            <pc:docMk/>
            <pc:sldMk cId="3824242787" sldId="261"/>
            <ac:spMk id="46" creationId="{764BD328-53B9-4328-D056-539D3FFE5AAB}"/>
          </ac:spMkLst>
        </pc:spChg>
        <pc:spChg chg="add mod">
          <ac:chgData name="Sowjanya Gummella" userId="d0e6b467-fefc-40e4-bbb1-0dbc061ed4fa" providerId="ADAL" clId="{AA50273F-2049-4DB9-9ECF-5DF845FB34CD}" dt="2025-09-02T08:24:20.711" v="2922" actId="207"/>
          <ac:spMkLst>
            <pc:docMk/>
            <pc:sldMk cId="3824242787" sldId="261"/>
            <ac:spMk id="47" creationId="{C4990C11-BC48-C096-6D9F-C48642100525}"/>
          </ac:spMkLst>
        </pc:spChg>
        <pc:spChg chg="add mod">
          <ac:chgData name="Sowjanya Gummella" userId="d0e6b467-fefc-40e4-bbb1-0dbc061ed4fa" providerId="ADAL" clId="{AA50273F-2049-4DB9-9ECF-5DF845FB34CD}" dt="2025-09-02T08:26:09.758" v="3133" actId="20577"/>
          <ac:spMkLst>
            <pc:docMk/>
            <pc:sldMk cId="3824242787" sldId="261"/>
            <ac:spMk id="48" creationId="{76E754BA-517E-AC17-7A6A-EE8C604AEC7C}"/>
          </ac:spMkLst>
        </pc:spChg>
        <pc:spChg chg="add mod">
          <ac:chgData name="Sowjanya Gummella" userId="d0e6b467-fefc-40e4-bbb1-0dbc061ed4fa" providerId="ADAL" clId="{AA50273F-2049-4DB9-9ECF-5DF845FB34CD}" dt="2025-09-02T08:28:26.845" v="3457" actId="12"/>
          <ac:spMkLst>
            <pc:docMk/>
            <pc:sldMk cId="3824242787" sldId="261"/>
            <ac:spMk id="49" creationId="{4892005B-CD40-FE06-4655-50CEF3EBFAB3}"/>
          </ac:spMkLst>
        </pc:spChg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3573739511" sldId="262"/>
        </pc:sldMkLst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1278396542" sldId="263"/>
        </pc:sldMkLst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3570481855" sldId="264"/>
        </pc:sldMkLst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3247807586" sldId="266"/>
        </pc:sldMkLst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1414777964" sldId="267"/>
        </pc:sldMkLst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3110034926" sldId="268"/>
        </pc:sldMkLst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3445519259" sldId="269"/>
        </pc:sldMkLst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2425244068" sldId="271"/>
        </pc:sldMkLst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195084893" sldId="272"/>
        </pc:sldMkLst>
      </pc:sldChg>
      <pc:sldChg chg="del">
        <pc:chgData name="Sowjanya Gummella" userId="d0e6b467-fefc-40e4-bbb1-0dbc061ed4fa" providerId="ADAL" clId="{AA50273F-2049-4DB9-9ECF-5DF845FB34CD}" dt="2025-09-02T06:29:38.176" v="14" actId="47"/>
        <pc:sldMkLst>
          <pc:docMk/>
          <pc:sldMk cId="3984163950" sldId="273"/>
        </pc:sldMkLst>
      </pc:sldChg>
    </pc:docChg>
  </pc:docChgLst>
  <pc:docChgLst>
    <pc:chgData name="Sowjanya Gummella" userId="d0e6b467-fefc-40e4-bbb1-0dbc061ed4fa" providerId="ADAL" clId="{898FCA55-B374-47EC-88B8-0AB36C2F2B27}"/>
    <pc:docChg chg="undo custSel addSld delSld modSld sldOrd">
      <pc:chgData name="Sowjanya Gummella" userId="d0e6b467-fefc-40e4-bbb1-0dbc061ed4fa" providerId="ADAL" clId="{898FCA55-B374-47EC-88B8-0AB36C2F2B27}" dt="2025-09-02T06:06:01.456" v="996" actId="20577"/>
      <pc:docMkLst>
        <pc:docMk/>
      </pc:docMkLst>
      <pc:sldChg chg="addSp modSp mod">
        <pc:chgData name="Sowjanya Gummella" userId="d0e6b467-fefc-40e4-bbb1-0dbc061ed4fa" providerId="ADAL" clId="{898FCA55-B374-47EC-88B8-0AB36C2F2B27}" dt="2025-09-02T05:46:41.291" v="396" actId="20577"/>
        <pc:sldMkLst>
          <pc:docMk/>
          <pc:sldMk cId="2422590345" sldId="261"/>
        </pc:sldMkLst>
        <pc:spChg chg="mod">
          <ac:chgData name="Sowjanya Gummella" userId="d0e6b467-fefc-40e4-bbb1-0dbc061ed4fa" providerId="ADAL" clId="{898FCA55-B374-47EC-88B8-0AB36C2F2B27}" dt="2025-09-01T13:06:50.226" v="4" actId="255"/>
          <ac:spMkLst>
            <pc:docMk/>
            <pc:sldMk cId="2422590345" sldId="261"/>
            <ac:spMk id="3" creationId="{1AFCACAB-10E8-4F4B-8AFF-6A70AEEC8D2C}"/>
          </ac:spMkLst>
        </pc:spChg>
        <pc:spChg chg="mod">
          <ac:chgData name="Sowjanya Gummella" userId="d0e6b467-fefc-40e4-bbb1-0dbc061ed4fa" providerId="ADAL" clId="{898FCA55-B374-47EC-88B8-0AB36C2F2B27}" dt="2025-09-01T13:10:22.112" v="5" actId="1076"/>
          <ac:spMkLst>
            <pc:docMk/>
            <pc:sldMk cId="2422590345" sldId="261"/>
            <ac:spMk id="4" creationId="{3D3740FA-6C12-3CEE-AA3B-A7A4011C1812}"/>
          </ac:spMkLst>
        </pc:spChg>
        <pc:spChg chg="mod">
          <ac:chgData name="Sowjanya Gummella" userId="d0e6b467-fefc-40e4-bbb1-0dbc061ed4fa" providerId="ADAL" clId="{898FCA55-B374-47EC-88B8-0AB36C2F2B27}" dt="2025-09-01T12:23:57.961" v="0" actId="2711"/>
          <ac:spMkLst>
            <pc:docMk/>
            <pc:sldMk cId="2422590345" sldId="261"/>
            <ac:spMk id="5" creationId="{62D1174E-B08B-18C2-A9EC-D9382B945E44}"/>
          </ac:spMkLst>
        </pc:spChg>
        <pc:spChg chg="add mod">
          <ac:chgData name="Sowjanya Gummella" userId="d0e6b467-fefc-40e4-bbb1-0dbc061ed4fa" providerId="ADAL" clId="{898FCA55-B374-47EC-88B8-0AB36C2F2B27}" dt="2025-09-01T13:05:29.753" v="1"/>
          <ac:spMkLst>
            <pc:docMk/>
            <pc:sldMk cId="2422590345" sldId="261"/>
            <ac:spMk id="6" creationId="{E2C4A597-958F-FA52-F621-86FE2215CC31}"/>
          </ac:spMkLst>
        </pc:spChg>
        <pc:spChg chg="mod">
          <ac:chgData name="Sowjanya Gummella" userId="d0e6b467-fefc-40e4-bbb1-0dbc061ed4fa" providerId="ADAL" clId="{898FCA55-B374-47EC-88B8-0AB36C2F2B27}" dt="2025-09-02T05:44:24.641" v="296" actId="14100"/>
          <ac:spMkLst>
            <pc:docMk/>
            <pc:sldMk cId="2422590345" sldId="261"/>
            <ac:spMk id="7" creationId="{2584AE68-22F8-084A-01D5-8C442AF30B8D}"/>
          </ac:spMkLst>
        </pc:spChg>
        <pc:spChg chg="add mod">
          <ac:chgData name="Sowjanya Gummella" userId="d0e6b467-fefc-40e4-bbb1-0dbc061ed4fa" providerId="ADAL" clId="{898FCA55-B374-47EC-88B8-0AB36C2F2B27}" dt="2025-09-01T13:05:29.753" v="1"/>
          <ac:spMkLst>
            <pc:docMk/>
            <pc:sldMk cId="2422590345" sldId="261"/>
            <ac:spMk id="9" creationId="{DE07E969-CBDB-C046-9A28-13648E62E12E}"/>
          </ac:spMkLst>
        </pc:spChg>
        <pc:spChg chg="add mod">
          <ac:chgData name="Sowjanya Gummella" userId="d0e6b467-fefc-40e4-bbb1-0dbc061ed4fa" providerId="ADAL" clId="{898FCA55-B374-47EC-88B8-0AB36C2F2B27}" dt="2025-09-01T13:06:00.432" v="3" actId="108"/>
          <ac:spMkLst>
            <pc:docMk/>
            <pc:sldMk cId="2422590345" sldId="261"/>
            <ac:spMk id="10" creationId="{E6E7F6F9-4F90-C1A7-375B-BEBF66917375}"/>
          </ac:spMkLst>
        </pc:spChg>
        <pc:spChg chg="add mod">
          <ac:chgData name="Sowjanya Gummella" userId="d0e6b467-fefc-40e4-bbb1-0dbc061ed4fa" providerId="ADAL" clId="{898FCA55-B374-47EC-88B8-0AB36C2F2B27}" dt="2025-09-01T13:05:44.783" v="2" actId="108"/>
          <ac:spMkLst>
            <pc:docMk/>
            <pc:sldMk cId="2422590345" sldId="261"/>
            <ac:spMk id="11" creationId="{3CA2E928-CAEA-2C91-AD7A-7C18F1B677EF}"/>
          </ac:spMkLst>
        </pc:spChg>
        <pc:spChg chg="add mod">
          <ac:chgData name="Sowjanya Gummella" userId="d0e6b467-fefc-40e4-bbb1-0dbc061ed4fa" providerId="ADAL" clId="{898FCA55-B374-47EC-88B8-0AB36C2F2B27}" dt="2025-09-01T13:05:29.753" v="1"/>
          <ac:spMkLst>
            <pc:docMk/>
            <pc:sldMk cId="2422590345" sldId="261"/>
            <ac:spMk id="12" creationId="{987B4B19-F048-C5C2-B10D-FE72B64EEBE6}"/>
          </ac:spMkLst>
        </pc:spChg>
        <pc:spChg chg="add mod">
          <ac:chgData name="Sowjanya Gummella" userId="d0e6b467-fefc-40e4-bbb1-0dbc061ed4fa" providerId="ADAL" clId="{898FCA55-B374-47EC-88B8-0AB36C2F2B27}" dt="2025-09-01T13:05:29.753" v="1"/>
          <ac:spMkLst>
            <pc:docMk/>
            <pc:sldMk cId="2422590345" sldId="261"/>
            <ac:spMk id="16" creationId="{329AEA92-ACDB-8E1A-D252-7B437FC41048}"/>
          </ac:spMkLst>
        </pc:spChg>
        <pc:spChg chg="add mod">
          <ac:chgData name="Sowjanya Gummella" userId="d0e6b467-fefc-40e4-bbb1-0dbc061ed4fa" providerId="ADAL" clId="{898FCA55-B374-47EC-88B8-0AB36C2F2B27}" dt="2025-09-02T05:46:41.291" v="396" actId="20577"/>
          <ac:spMkLst>
            <pc:docMk/>
            <pc:sldMk cId="2422590345" sldId="261"/>
            <ac:spMk id="20" creationId="{4596B131-217F-F64C-03B0-DC6072AE7227}"/>
          </ac:spMkLst>
        </pc:spChg>
        <pc:spChg chg="mod">
          <ac:chgData name="Sowjanya Gummella" userId="d0e6b467-fefc-40e4-bbb1-0dbc061ed4fa" providerId="ADAL" clId="{898FCA55-B374-47EC-88B8-0AB36C2F2B27}" dt="2025-09-01T12:23:57.961" v="0" actId="2711"/>
          <ac:spMkLst>
            <pc:docMk/>
            <pc:sldMk cId="2422590345" sldId="261"/>
            <ac:spMk id="26" creationId="{D92B1671-D37D-755B-C1A9-600081A4AFBD}"/>
          </ac:spMkLst>
        </pc:spChg>
        <pc:spChg chg="mod">
          <ac:chgData name="Sowjanya Gummella" userId="d0e6b467-fefc-40e4-bbb1-0dbc061ed4fa" providerId="ADAL" clId="{898FCA55-B374-47EC-88B8-0AB36C2F2B27}" dt="2025-09-01T12:23:57.961" v="0" actId="2711"/>
          <ac:spMkLst>
            <pc:docMk/>
            <pc:sldMk cId="2422590345" sldId="261"/>
            <ac:spMk id="27" creationId="{7A15FB2C-106D-F875-FF37-EAA56860D79A}"/>
          </ac:spMkLst>
        </pc:spChg>
        <pc:spChg chg="mod">
          <ac:chgData name="Sowjanya Gummella" userId="d0e6b467-fefc-40e4-bbb1-0dbc061ed4fa" providerId="ADAL" clId="{898FCA55-B374-47EC-88B8-0AB36C2F2B27}" dt="2025-09-01T12:23:57.961" v="0" actId="2711"/>
          <ac:spMkLst>
            <pc:docMk/>
            <pc:sldMk cId="2422590345" sldId="261"/>
            <ac:spMk id="28" creationId="{9C90B4DC-FF6F-8E53-3506-BF352B76FC8B}"/>
          </ac:spMkLst>
        </pc:spChg>
        <pc:spChg chg="mod">
          <ac:chgData name="Sowjanya Gummella" userId="d0e6b467-fefc-40e4-bbb1-0dbc061ed4fa" providerId="ADAL" clId="{898FCA55-B374-47EC-88B8-0AB36C2F2B27}" dt="2025-09-02T05:42:11.339" v="266" actId="20577"/>
          <ac:spMkLst>
            <pc:docMk/>
            <pc:sldMk cId="2422590345" sldId="261"/>
            <ac:spMk id="29" creationId="{66A07C39-47DE-5D91-4DC0-4CAA6DD71A91}"/>
          </ac:spMkLst>
        </pc:spChg>
        <pc:spChg chg="mod">
          <ac:chgData name="Sowjanya Gummella" userId="d0e6b467-fefc-40e4-bbb1-0dbc061ed4fa" providerId="ADAL" clId="{898FCA55-B374-47EC-88B8-0AB36C2F2B27}" dt="2025-09-02T05:46:00.932" v="394" actId="20577"/>
          <ac:spMkLst>
            <pc:docMk/>
            <pc:sldMk cId="2422590345" sldId="261"/>
            <ac:spMk id="30" creationId="{1CD31FEE-ACAD-903F-FE25-0AD6604D8AA6}"/>
          </ac:spMkLst>
        </pc:spChg>
      </pc:sldChg>
      <pc:sldChg chg="addSp delSp modSp mod ord">
        <pc:chgData name="Sowjanya Gummella" userId="d0e6b467-fefc-40e4-bbb1-0dbc061ed4fa" providerId="ADAL" clId="{898FCA55-B374-47EC-88B8-0AB36C2F2B27}" dt="2025-09-02T06:00:12.304" v="796" actId="1076"/>
        <pc:sldMkLst>
          <pc:docMk/>
          <pc:sldMk cId="3573739511" sldId="262"/>
        </pc:sldMkLst>
        <pc:spChg chg="mod">
          <ac:chgData name="Sowjanya Gummella" userId="d0e6b467-fefc-40e4-bbb1-0dbc061ed4fa" providerId="ADAL" clId="{898FCA55-B374-47EC-88B8-0AB36C2F2B27}" dt="2025-09-02T05:47:21.723" v="403" actId="1076"/>
          <ac:spMkLst>
            <pc:docMk/>
            <pc:sldMk cId="3573739511" sldId="262"/>
            <ac:spMk id="2" creationId="{292AE082-502F-67EE-EA1D-E8CE44CD9DD2}"/>
          </ac:spMkLst>
        </pc:spChg>
        <pc:spChg chg="add mod">
          <ac:chgData name="Sowjanya Gummella" userId="d0e6b467-fefc-40e4-bbb1-0dbc061ed4fa" providerId="ADAL" clId="{898FCA55-B374-47EC-88B8-0AB36C2F2B27}" dt="2025-09-02T05:57:45.461" v="606" actId="255"/>
          <ac:spMkLst>
            <pc:docMk/>
            <pc:sldMk cId="3573739511" sldId="262"/>
            <ac:spMk id="4" creationId="{C951B069-E367-FE9B-EC3D-750D15169B45}"/>
          </ac:spMkLst>
        </pc:spChg>
        <pc:spChg chg="add del mod">
          <ac:chgData name="Sowjanya Gummella" userId="d0e6b467-fefc-40e4-bbb1-0dbc061ed4fa" providerId="ADAL" clId="{898FCA55-B374-47EC-88B8-0AB36C2F2B27}" dt="2025-09-02T05:55:42.595" v="559" actId="478"/>
          <ac:spMkLst>
            <pc:docMk/>
            <pc:sldMk cId="3573739511" sldId="262"/>
            <ac:spMk id="5" creationId="{C0DE1579-A9FE-A9DC-D5C8-ACF57BDED776}"/>
          </ac:spMkLst>
        </pc:spChg>
        <pc:spChg chg="add mod">
          <ac:chgData name="Sowjanya Gummella" userId="d0e6b467-fefc-40e4-bbb1-0dbc061ed4fa" providerId="ADAL" clId="{898FCA55-B374-47EC-88B8-0AB36C2F2B27}" dt="2025-09-02T05:57:39.242" v="605" actId="255"/>
          <ac:spMkLst>
            <pc:docMk/>
            <pc:sldMk cId="3573739511" sldId="262"/>
            <ac:spMk id="6" creationId="{CBBE9793-E9D0-D1B9-4DD1-B0F50135E3FD}"/>
          </ac:spMkLst>
        </pc:spChg>
        <pc:spChg chg="add mod">
          <ac:chgData name="Sowjanya Gummella" userId="d0e6b467-fefc-40e4-bbb1-0dbc061ed4fa" providerId="ADAL" clId="{898FCA55-B374-47EC-88B8-0AB36C2F2B27}" dt="2025-09-02T05:56:39.761" v="585" actId="1076"/>
          <ac:spMkLst>
            <pc:docMk/>
            <pc:sldMk cId="3573739511" sldId="262"/>
            <ac:spMk id="7" creationId="{DFAF5B3B-D770-985C-E5EA-7BB20526CF1D}"/>
          </ac:spMkLst>
        </pc:spChg>
        <pc:spChg chg="add mod">
          <ac:chgData name="Sowjanya Gummella" userId="d0e6b467-fefc-40e4-bbb1-0dbc061ed4fa" providerId="ADAL" clId="{898FCA55-B374-47EC-88B8-0AB36C2F2B27}" dt="2025-09-02T05:56:20.080" v="579"/>
          <ac:spMkLst>
            <pc:docMk/>
            <pc:sldMk cId="3573739511" sldId="262"/>
            <ac:spMk id="8" creationId="{C55C6D02-609E-721D-1A0B-D5955AB57872}"/>
          </ac:spMkLst>
        </pc:spChg>
        <pc:spChg chg="add mod">
          <ac:chgData name="Sowjanya Gummella" userId="d0e6b467-fefc-40e4-bbb1-0dbc061ed4fa" providerId="ADAL" clId="{898FCA55-B374-47EC-88B8-0AB36C2F2B27}" dt="2025-09-02T05:56:42.883" v="586" actId="1076"/>
          <ac:spMkLst>
            <pc:docMk/>
            <pc:sldMk cId="3573739511" sldId="262"/>
            <ac:spMk id="9" creationId="{F47EE540-B8A9-8623-6F2E-083A8683F638}"/>
          </ac:spMkLst>
        </pc:spChg>
        <pc:spChg chg="add mod">
          <ac:chgData name="Sowjanya Gummella" userId="d0e6b467-fefc-40e4-bbb1-0dbc061ed4fa" providerId="ADAL" clId="{898FCA55-B374-47EC-88B8-0AB36C2F2B27}" dt="2025-09-02T05:56:48.177" v="587" actId="1076"/>
          <ac:spMkLst>
            <pc:docMk/>
            <pc:sldMk cId="3573739511" sldId="262"/>
            <ac:spMk id="10" creationId="{23E40E4E-2734-8F49-6BB3-B750645C63DC}"/>
          </ac:spMkLst>
        </pc:spChg>
        <pc:spChg chg="add mod">
          <ac:chgData name="Sowjanya Gummella" userId="d0e6b467-fefc-40e4-bbb1-0dbc061ed4fa" providerId="ADAL" clId="{898FCA55-B374-47EC-88B8-0AB36C2F2B27}" dt="2025-09-02T05:57:00.962" v="589" actId="1076"/>
          <ac:spMkLst>
            <pc:docMk/>
            <pc:sldMk cId="3573739511" sldId="262"/>
            <ac:spMk id="11" creationId="{790B0915-F526-E462-16BF-699713C17770}"/>
          </ac:spMkLst>
        </pc:spChg>
        <pc:spChg chg="add mod">
          <ac:chgData name="Sowjanya Gummella" userId="d0e6b467-fefc-40e4-bbb1-0dbc061ed4fa" providerId="ADAL" clId="{898FCA55-B374-47EC-88B8-0AB36C2F2B27}" dt="2025-09-02T05:57:39.242" v="605" actId="255"/>
          <ac:spMkLst>
            <pc:docMk/>
            <pc:sldMk cId="3573739511" sldId="262"/>
            <ac:spMk id="12" creationId="{74524941-0D53-8927-6E0A-C4B337B50FE7}"/>
          </ac:spMkLst>
        </pc:spChg>
        <pc:spChg chg="add mod">
          <ac:chgData name="Sowjanya Gummella" userId="d0e6b467-fefc-40e4-bbb1-0dbc061ed4fa" providerId="ADAL" clId="{898FCA55-B374-47EC-88B8-0AB36C2F2B27}" dt="2025-09-02T05:59:18.611" v="731" actId="1076"/>
          <ac:spMkLst>
            <pc:docMk/>
            <pc:sldMk cId="3573739511" sldId="262"/>
            <ac:spMk id="13" creationId="{AA69A94A-7FB9-CC1D-156C-8C9E45815198}"/>
          </ac:spMkLst>
        </pc:spChg>
        <pc:spChg chg="add mod">
          <ac:chgData name="Sowjanya Gummella" userId="d0e6b467-fefc-40e4-bbb1-0dbc061ed4fa" providerId="ADAL" clId="{898FCA55-B374-47EC-88B8-0AB36C2F2B27}" dt="2025-09-02T06:00:12.304" v="796" actId="1076"/>
          <ac:spMkLst>
            <pc:docMk/>
            <pc:sldMk cId="3573739511" sldId="262"/>
            <ac:spMk id="14" creationId="{EC797308-E5F6-7D67-2520-1433393EC936}"/>
          </ac:spMkLst>
        </pc:spChg>
        <pc:graphicFrameChg chg="add mod modGraphic">
          <ac:chgData name="Sowjanya Gummella" userId="d0e6b467-fefc-40e4-bbb1-0dbc061ed4fa" providerId="ADAL" clId="{898FCA55-B374-47EC-88B8-0AB36C2F2B27}" dt="2025-09-02T05:53:56.196" v="520" actId="255"/>
          <ac:graphicFrameMkLst>
            <pc:docMk/>
            <pc:sldMk cId="3573739511" sldId="262"/>
            <ac:graphicFrameMk id="3" creationId="{0848EDE7-0E55-EAE6-DA84-080C6B1CD829}"/>
          </ac:graphicFrameMkLst>
        </pc:graphicFrameChg>
      </pc:sldChg>
      <pc:sldChg chg="modSp mod">
        <pc:chgData name="Sowjanya Gummella" userId="d0e6b467-fefc-40e4-bbb1-0dbc061ed4fa" providerId="ADAL" clId="{898FCA55-B374-47EC-88B8-0AB36C2F2B27}" dt="2025-09-02T06:05:51.866" v="977" actId="20577"/>
        <pc:sldMkLst>
          <pc:docMk/>
          <pc:sldMk cId="3570481855" sldId="264"/>
        </pc:sldMkLst>
        <pc:spChg chg="mod">
          <ac:chgData name="Sowjanya Gummella" userId="d0e6b467-fefc-40e4-bbb1-0dbc061ed4fa" providerId="ADAL" clId="{898FCA55-B374-47EC-88B8-0AB36C2F2B27}" dt="2025-09-02T06:05:51.866" v="977" actId="20577"/>
          <ac:spMkLst>
            <pc:docMk/>
            <pc:sldMk cId="3570481855" sldId="264"/>
            <ac:spMk id="2" creationId="{A1C554F0-190D-F4CA-1F18-F1C0ABF830C8}"/>
          </ac:spMkLst>
        </pc:spChg>
      </pc:sldChg>
      <pc:sldChg chg="del">
        <pc:chgData name="Sowjanya Gummella" userId="d0e6b467-fefc-40e4-bbb1-0dbc061ed4fa" providerId="ADAL" clId="{898FCA55-B374-47EC-88B8-0AB36C2F2B27}" dt="2025-09-02T06:05:25.453" v="958" actId="47"/>
        <pc:sldMkLst>
          <pc:docMk/>
          <pc:sldMk cId="537653031" sldId="265"/>
        </pc:sldMkLst>
      </pc:sldChg>
      <pc:sldChg chg="modSp mod">
        <pc:chgData name="Sowjanya Gummella" userId="d0e6b467-fefc-40e4-bbb1-0dbc061ed4fa" providerId="ADAL" clId="{898FCA55-B374-47EC-88B8-0AB36C2F2B27}" dt="2025-09-02T06:06:01.456" v="996" actId="20577"/>
        <pc:sldMkLst>
          <pc:docMk/>
          <pc:sldMk cId="3247807586" sldId="266"/>
        </pc:sldMkLst>
        <pc:spChg chg="mod">
          <ac:chgData name="Sowjanya Gummella" userId="d0e6b467-fefc-40e4-bbb1-0dbc061ed4fa" providerId="ADAL" clId="{898FCA55-B374-47EC-88B8-0AB36C2F2B27}" dt="2025-09-02T06:06:01.456" v="996" actId="20577"/>
          <ac:spMkLst>
            <pc:docMk/>
            <pc:sldMk cId="3247807586" sldId="266"/>
            <ac:spMk id="2" creationId="{05ECF2A0-04EE-15DF-58BF-7178022826C8}"/>
          </ac:spMkLst>
        </pc:spChg>
      </pc:sldChg>
      <pc:sldChg chg="addSp modSp mod">
        <pc:chgData name="Sowjanya Gummella" userId="d0e6b467-fefc-40e4-bbb1-0dbc061ed4fa" providerId="ADAL" clId="{898FCA55-B374-47EC-88B8-0AB36C2F2B27}" dt="2025-09-02T05:58:30.362" v="692" actId="20577"/>
        <pc:sldMkLst>
          <pc:docMk/>
          <pc:sldMk cId="2425244068" sldId="271"/>
        </pc:sldMkLst>
        <pc:spChg chg="add mod">
          <ac:chgData name="Sowjanya Gummella" userId="d0e6b467-fefc-40e4-bbb1-0dbc061ed4fa" providerId="ADAL" clId="{898FCA55-B374-47EC-88B8-0AB36C2F2B27}" dt="2025-09-02T05:58:30.362" v="692" actId="20577"/>
          <ac:spMkLst>
            <pc:docMk/>
            <pc:sldMk cId="2425244068" sldId="271"/>
            <ac:spMk id="32" creationId="{C1FD53A8-9588-0137-CC3E-D7F241028BD6}"/>
          </ac:spMkLst>
        </pc:spChg>
      </pc:sldChg>
      <pc:sldChg chg="addSp delSp modSp add mod">
        <pc:chgData name="Sowjanya Gummella" userId="d0e6b467-fefc-40e4-bbb1-0dbc061ed4fa" providerId="ADAL" clId="{898FCA55-B374-47EC-88B8-0AB36C2F2B27}" dt="2025-09-02T06:05:10.434" v="957" actId="255"/>
        <pc:sldMkLst>
          <pc:docMk/>
          <pc:sldMk cId="195084893" sldId="272"/>
        </pc:sldMkLst>
        <pc:spChg chg="del">
          <ac:chgData name="Sowjanya Gummella" userId="d0e6b467-fefc-40e4-bbb1-0dbc061ed4fa" providerId="ADAL" clId="{898FCA55-B374-47EC-88B8-0AB36C2F2B27}" dt="2025-09-02T06:00:38.199" v="798" actId="478"/>
          <ac:spMkLst>
            <pc:docMk/>
            <pc:sldMk cId="195084893" sldId="272"/>
            <ac:spMk id="4" creationId="{0B765737-BE46-572F-DB51-954CCAD92C96}"/>
          </ac:spMkLst>
        </pc:spChg>
        <pc:spChg chg="del">
          <ac:chgData name="Sowjanya Gummella" userId="d0e6b467-fefc-40e4-bbb1-0dbc061ed4fa" providerId="ADAL" clId="{898FCA55-B374-47EC-88B8-0AB36C2F2B27}" dt="2025-09-02T06:00:38.199" v="798" actId="478"/>
          <ac:spMkLst>
            <pc:docMk/>
            <pc:sldMk cId="195084893" sldId="272"/>
            <ac:spMk id="6" creationId="{F35F57F0-9E9A-E742-5FB0-ECA026E50252}"/>
          </ac:spMkLst>
        </pc:spChg>
        <pc:spChg chg="del">
          <ac:chgData name="Sowjanya Gummella" userId="d0e6b467-fefc-40e4-bbb1-0dbc061ed4fa" providerId="ADAL" clId="{898FCA55-B374-47EC-88B8-0AB36C2F2B27}" dt="2025-09-02T06:00:38.199" v="798" actId="478"/>
          <ac:spMkLst>
            <pc:docMk/>
            <pc:sldMk cId="195084893" sldId="272"/>
            <ac:spMk id="7" creationId="{889F5670-F028-A306-E3C9-F924CE9AFF8E}"/>
          </ac:spMkLst>
        </pc:spChg>
        <pc:spChg chg="del">
          <ac:chgData name="Sowjanya Gummella" userId="d0e6b467-fefc-40e4-bbb1-0dbc061ed4fa" providerId="ADAL" clId="{898FCA55-B374-47EC-88B8-0AB36C2F2B27}" dt="2025-09-02T06:00:38.199" v="798" actId="478"/>
          <ac:spMkLst>
            <pc:docMk/>
            <pc:sldMk cId="195084893" sldId="272"/>
            <ac:spMk id="8" creationId="{4944F86B-56C2-CCD2-E434-7BFAF56E5CB3}"/>
          </ac:spMkLst>
        </pc:spChg>
        <pc:spChg chg="del">
          <ac:chgData name="Sowjanya Gummella" userId="d0e6b467-fefc-40e4-bbb1-0dbc061ed4fa" providerId="ADAL" clId="{898FCA55-B374-47EC-88B8-0AB36C2F2B27}" dt="2025-09-02T06:00:38.199" v="798" actId="478"/>
          <ac:spMkLst>
            <pc:docMk/>
            <pc:sldMk cId="195084893" sldId="272"/>
            <ac:spMk id="9" creationId="{0090C313-47DD-167A-B4B5-70513A078D7C}"/>
          </ac:spMkLst>
        </pc:spChg>
        <pc:spChg chg="del">
          <ac:chgData name="Sowjanya Gummella" userId="d0e6b467-fefc-40e4-bbb1-0dbc061ed4fa" providerId="ADAL" clId="{898FCA55-B374-47EC-88B8-0AB36C2F2B27}" dt="2025-09-02T06:00:38.199" v="798" actId="478"/>
          <ac:spMkLst>
            <pc:docMk/>
            <pc:sldMk cId="195084893" sldId="272"/>
            <ac:spMk id="10" creationId="{35F18D71-67BB-7AC9-B36B-7ED82FF2D7EA}"/>
          </ac:spMkLst>
        </pc:spChg>
        <pc:spChg chg="del">
          <ac:chgData name="Sowjanya Gummella" userId="d0e6b467-fefc-40e4-bbb1-0dbc061ed4fa" providerId="ADAL" clId="{898FCA55-B374-47EC-88B8-0AB36C2F2B27}" dt="2025-09-02T06:00:38.199" v="798" actId="478"/>
          <ac:spMkLst>
            <pc:docMk/>
            <pc:sldMk cId="195084893" sldId="272"/>
            <ac:spMk id="11" creationId="{F51D4A0D-C124-2BD7-FF16-29D9DF1867BC}"/>
          </ac:spMkLst>
        </pc:spChg>
        <pc:spChg chg="del">
          <ac:chgData name="Sowjanya Gummella" userId="d0e6b467-fefc-40e4-bbb1-0dbc061ed4fa" providerId="ADAL" clId="{898FCA55-B374-47EC-88B8-0AB36C2F2B27}" dt="2025-09-02T06:00:38.199" v="798" actId="478"/>
          <ac:spMkLst>
            <pc:docMk/>
            <pc:sldMk cId="195084893" sldId="272"/>
            <ac:spMk id="12" creationId="{058B0723-22B8-1E61-A08E-41F07A598016}"/>
          </ac:spMkLst>
        </pc:spChg>
        <pc:spChg chg="mod">
          <ac:chgData name="Sowjanya Gummella" userId="d0e6b467-fefc-40e4-bbb1-0dbc061ed4fa" providerId="ADAL" clId="{898FCA55-B374-47EC-88B8-0AB36C2F2B27}" dt="2025-09-02T06:02:03.993" v="875" actId="20577"/>
          <ac:spMkLst>
            <pc:docMk/>
            <pc:sldMk cId="195084893" sldId="272"/>
            <ac:spMk id="13" creationId="{17169B6C-51BF-DA82-AFC4-D1BE275262E1}"/>
          </ac:spMkLst>
        </pc:spChg>
        <pc:spChg chg="del mod">
          <ac:chgData name="Sowjanya Gummella" userId="d0e6b467-fefc-40e4-bbb1-0dbc061ed4fa" providerId="ADAL" clId="{898FCA55-B374-47EC-88B8-0AB36C2F2B27}" dt="2025-09-02T06:04:35.620" v="946" actId="478"/>
          <ac:spMkLst>
            <pc:docMk/>
            <pc:sldMk cId="195084893" sldId="272"/>
            <ac:spMk id="14" creationId="{8870E46D-D4FF-0749-C10B-343BFC99DE13}"/>
          </ac:spMkLst>
        </pc:spChg>
        <pc:graphicFrameChg chg="del">
          <ac:chgData name="Sowjanya Gummella" userId="d0e6b467-fefc-40e4-bbb1-0dbc061ed4fa" providerId="ADAL" clId="{898FCA55-B374-47EC-88B8-0AB36C2F2B27}" dt="2025-09-02T06:00:38.199" v="798" actId="478"/>
          <ac:graphicFrameMkLst>
            <pc:docMk/>
            <pc:sldMk cId="195084893" sldId="272"/>
            <ac:graphicFrameMk id="3" creationId="{33C6BB21-0D2D-8E4E-A965-AEEF26BA2F66}"/>
          </ac:graphicFrameMkLst>
        </pc:graphicFrameChg>
        <pc:graphicFrameChg chg="add mod modGraphic">
          <ac:chgData name="Sowjanya Gummella" userId="d0e6b467-fefc-40e4-bbb1-0dbc061ed4fa" providerId="ADAL" clId="{898FCA55-B374-47EC-88B8-0AB36C2F2B27}" dt="2025-09-02T06:05:10.434" v="957" actId="255"/>
          <ac:graphicFrameMkLst>
            <pc:docMk/>
            <pc:sldMk cId="195084893" sldId="272"/>
            <ac:graphicFrameMk id="5" creationId="{DD16F5EA-180C-FCF4-ABBC-F7784DD4F7F2}"/>
          </ac:graphicFrameMkLst>
        </pc:graphicFrameChg>
      </pc:sldChg>
      <pc:sldChg chg="add">
        <pc:chgData name="Sowjanya Gummella" userId="d0e6b467-fefc-40e4-bbb1-0dbc061ed4fa" providerId="ADAL" clId="{898FCA55-B374-47EC-88B8-0AB36C2F2B27}" dt="2025-09-02T06:05:44.020" v="959"/>
        <pc:sldMkLst>
          <pc:docMk/>
          <pc:sldMk cId="3984163950" sldId="273"/>
        </pc:sldMkLst>
      </pc:sldChg>
    </pc:docChg>
  </pc:docChgLst>
  <pc:docChgLst>
    <pc:chgData name="Sowjanya Gummella" userId="d0e6b467-fefc-40e4-bbb1-0dbc061ed4fa" providerId="ADAL" clId="{BCD5B6FB-9878-4E1C-BD47-F85318896E08}"/>
    <pc:docChg chg="modSld">
      <pc:chgData name="Sowjanya Gummella" userId="d0e6b467-fefc-40e4-bbb1-0dbc061ed4fa" providerId="ADAL" clId="{BCD5B6FB-9878-4E1C-BD47-F85318896E08}" dt="2025-09-02T08:33:40.811" v="53" actId="20577"/>
      <pc:docMkLst>
        <pc:docMk/>
      </pc:docMkLst>
      <pc:sldChg chg="modSp mod">
        <pc:chgData name="Sowjanya Gummella" userId="d0e6b467-fefc-40e4-bbb1-0dbc061ed4fa" providerId="ADAL" clId="{BCD5B6FB-9878-4E1C-BD47-F85318896E08}" dt="2025-09-02T08:33:40.811" v="53" actId="20577"/>
        <pc:sldMkLst>
          <pc:docMk/>
          <pc:sldMk cId="3824242787" sldId="261"/>
        </pc:sldMkLst>
        <pc:spChg chg="mod">
          <ac:chgData name="Sowjanya Gummella" userId="d0e6b467-fefc-40e4-bbb1-0dbc061ed4fa" providerId="ADAL" clId="{BCD5B6FB-9878-4E1C-BD47-F85318896E08}" dt="2025-09-02T08:33:08.327" v="44" actId="20577"/>
          <ac:spMkLst>
            <pc:docMk/>
            <pc:sldMk cId="3824242787" sldId="261"/>
            <ac:spMk id="39" creationId="{13B27914-A045-A411-5309-2CBDE16B2AE0}"/>
          </ac:spMkLst>
        </pc:spChg>
        <pc:spChg chg="mod">
          <ac:chgData name="Sowjanya Gummella" userId="d0e6b467-fefc-40e4-bbb1-0dbc061ed4fa" providerId="ADAL" clId="{BCD5B6FB-9878-4E1C-BD47-F85318896E08}" dt="2025-09-02T08:32:45.434" v="1" actId="1076"/>
          <ac:spMkLst>
            <pc:docMk/>
            <pc:sldMk cId="3824242787" sldId="261"/>
            <ac:spMk id="43" creationId="{A61F6D79-F5E6-4300-4A1A-85A9F42C153B}"/>
          </ac:spMkLst>
        </pc:spChg>
        <pc:spChg chg="mod">
          <ac:chgData name="Sowjanya Gummella" userId="d0e6b467-fefc-40e4-bbb1-0dbc061ed4fa" providerId="ADAL" clId="{BCD5B6FB-9878-4E1C-BD47-F85318896E08}" dt="2025-09-02T08:33:40.811" v="53" actId="20577"/>
          <ac:spMkLst>
            <pc:docMk/>
            <pc:sldMk cId="3824242787" sldId="261"/>
            <ac:spMk id="49" creationId="{4892005B-CD40-FE06-4655-50CEF3EBFA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F9D5D-C859-47BF-9CE3-8622F8DB80A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92D16-8EE2-4840-ABEF-6EA74AE87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1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4841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1pPr>
    <a:lvl2pPr marL="724205" algn="l" defTabSz="144841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2pPr>
    <a:lvl3pPr marL="1448410" algn="l" defTabSz="144841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3pPr>
    <a:lvl4pPr marL="2172614" algn="l" defTabSz="144841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4pPr>
    <a:lvl5pPr marL="2896819" algn="l" defTabSz="144841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5pPr>
    <a:lvl6pPr marL="3621024" algn="l" defTabSz="144841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6pPr>
    <a:lvl7pPr marL="4345229" algn="l" defTabSz="144841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7pPr>
    <a:lvl8pPr marL="5069434" algn="l" defTabSz="144841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8pPr>
    <a:lvl9pPr marL="5793638" algn="l" defTabSz="144841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0" y="1795781"/>
            <a:ext cx="14401800" cy="3820160"/>
          </a:xfrm>
        </p:spPr>
        <p:txBody>
          <a:bodyPr anchor="b"/>
          <a:lstStyle>
            <a:lvl1pPr algn="ctr">
              <a:defRPr sz="94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0300" y="5763261"/>
            <a:ext cx="14401800" cy="2649219"/>
          </a:xfrm>
        </p:spPr>
        <p:txBody>
          <a:bodyPr/>
          <a:lstStyle>
            <a:lvl1pPr marL="0" indent="0" algn="ctr">
              <a:buNone/>
              <a:defRPr sz="3780"/>
            </a:lvl1pPr>
            <a:lvl2pPr marL="720090" indent="0" algn="ctr">
              <a:buNone/>
              <a:defRPr sz="3150"/>
            </a:lvl2pPr>
            <a:lvl3pPr marL="1440180" indent="0" algn="ctr">
              <a:buNone/>
              <a:defRPr sz="2835"/>
            </a:lvl3pPr>
            <a:lvl4pPr marL="2160270" indent="0" algn="ctr">
              <a:buNone/>
              <a:defRPr sz="2520"/>
            </a:lvl4pPr>
            <a:lvl5pPr marL="2880360" indent="0" algn="ctr">
              <a:buNone/>
              <a:defRPr sz="2520"/>
            </a:lvl5pPr>
            <a:lvl6pPr marL="3600450" indent="0" algn="ctr">
              <a:buNone/>
              <a:defRPr sz="2520"/>
            </a:lvl6pPr>
            <a:lvl7pPr marL="4320540" indent="0" algn="ctr">
              <a:buNone/>
              <a:defRPr sz="2520"/>
            </a:lvl7pPr>
            <a:lvl8pPr marL="5040630" indent="0" algn="ctr">
              <a:buNone/>
              <a:defRPr sz="2520"/>
            </a:lvl8pPr>
            <a:lvl9pPr marL="5760720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4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04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0164" y="2735582"/>
            <a:ext cx="16562070" cy="4564379"/>
          </a:xfrm>
        </p:spPr>
        <p:txBody>
          <a:bodyPr anchor="b"/>
          <a:lstStyle>
            <a:lvl1pPr>
              <a:defRPr sz="94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0164" y="7343142"/>
            <a:ext cx="16562070" cy="2400299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2009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4018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6027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803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60045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2054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4063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6072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09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0165" y="2921000"/>
            <a:ext cx="816102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21215" y="2921000"/>
            <a:ext cx="816102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4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666" y="584201"/>
            <a:ext cx="16562070" cy="21209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2667" y="2689861"/>
            <a:ext cx="8123515" cy="1318259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80360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2667" y="4008120"/>
            <a:ext cx="8123515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721215" y="2689861"/>
            <a:ext cx="8163521" cy="1318259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80360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721215" y="4008120"/>
            <a:ext cx="816352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1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1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C651-BF99-709D-3C28-D2C9BA6AC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6A517-5F25-5C77-BC15-6AC1D91B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A0112-D73B-E76E-C97D-9F355236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9FD46-693E-BDA2-1A04-9FAF3BC5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0072922-C173-DBFC-CCA0-14C7F3637C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20850" y="3657599"/>
            <a:ext cx="1828800" cy="182880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5672055A-8A3C-354E-B9BB-11521B64A2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046450" y="3657599"/>
            <a:ext cx="1828800" cy="182880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4B4217B-9927-D023-F5EC-4213986E63D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709566" y="3657599"/>
            <a:ext cx="1828800" cy="182880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21A58FE-A5DF-6B28-D2D1-CA3616A4D8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77860" y="3573378"/>
            <a:ext cx="1828800" cy="182880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02123DC2-B976-337A-5C3C-948E8B3493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33850" y="5351677"/>
            <a:ext cx="1828800" cy="182880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3485AFC-E349-2744-7835-F0457FE1BD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09100" y="5520944"/>
            <a:ext cx="1828800" cy="182880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4D7CAF7B-23E2-9362-225D-EF48BEE90F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046450" y="7384289"/>
            <a:ext cx="1828800" cy="182880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887CEF2-724D-DF28-A5D7-061A058D73B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709566" y="7384289"/>
            <a:ext cx="1828800" cy="182880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ABE4C5-01A3-B208-5825-282BD8C2906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21450" y="6913880"/>
            <a:ext cx="1828800" cy="182880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2B8B2ADF-82FA-F172-4276-A0D1AA4E631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57350" y="6584192"/>
            <a:ext cx="1828800" cy="182880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7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92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667" y="731520"/>
            <a:ext cx="6193273" cy="2560320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3521" y="1579881"/>
            <a:ext cx="9721215" cy="7797800"/>
          </a:xfrm>
        </p:spPr>
        <p:txBody>
          <a:bodyPr/>
          <a:lstStyle>
            <a:lvl1pPr>
              <a:defRPr sz="5040"/>
            </a:lvl1pPr>
            <a:lvl2pPr>
              <a:defRPr sz="4410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667" y="3291840"/>
            <a:ext cx="6193273" cy="6098541"/>
          </a:xfrm>
        </p:spPr>
        <p:txBody>
          <a:bodyPr/>
          <a:lstStyle>
            <a:lvl1pPr marL="0" indent="0">
              <a:buNone/>
              <a:defRPr sz="2520"/>
            </a:lvl1pPr>
            <a:lvl2pPr marL="720090" indent="0">
              <a:buNone/>
              <a:defRPr sz="2205"/>
            </a:lvl2pPr>
            <a:lvl3pPr marL="1440180" indent="0">
              <a:buNone/>
              <a:defRPr sz="1890"/>
            </a:lvl3pPr>
            <a:lvl4pPr marL="2160270" indent="0">
              <a:buNone/>
              <a:defRPr sz="1575"/>
            </a:lvl4pPr>
            <a:lvl5pPr marL="2880360" indent="0">
              <a:buNone/>
              <a:defRPr sz="1575"/>
            </a:lvl5pPr>
            <a:lvl6pPr marL="3600450" indent="0">
              <a:buNone/>
              <a:defRPr sz="1575"/>
            </a:lvl6pPr>
            <a:lvl7pPr marL="4320540" indent="0">
              <a:buNone/>
              <a:defRPr sz="1575"/>
            </a:lvl7pPr>
            <a:lvl8pPr marL="5040630" indent="0">
              <a:buNone/>
              <a:defRPr sz="1575"/>
            </a:lvl8pPr>
            <a:lvl9pPr marL="5760720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5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667" y="731520"/>
            <a:ext cx="6193273" cy="2560320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63521" y="1579881"/>
            <a:ext cx="9721215" cy="7797800"/>
          </a:xfrm>
        </p:spPr>
        <p:txBody>
          <a:bodyPr anchor="t"/>
          <a:lstStyle>
            <a:lvl1pPr marL="0" indent="0">
              <a:buNone/>
              <a:defRPr sz="5040"/>
            </a:lvl1pPr>
            <a:lvl2pPr marL="720090" indent="0">
              <a:buNone/>
              <a:defRPr sz="4410"/>
            </a:lvl2pPr>
            <a:lvl3pPr marL="1440180" indent="0">
              <a:buNone/>
              <a:defRPr sz="3780"/>
            </a:lvl3pPr>
            <a:lvl4pPr marL="2160270" indent="0">
              <a:buNone/>
              <a:defRPr sz="3150"/>
            </a:lvl4pPr>
            <a:lvl5pPr marL="2880360" indent="0">
              <a:buNone/>
              <a:defRPr sz="3150"/>
            </a:lvl5pPr>
            <a:lvl6pPr marL="3600450" indent="0">
              <a:buNone/>
              <a:defRPr sz="3150"/>
            </a:lvl6pPr>
            <a:lvl7pPr marL="4320540" indent="0">
              <a:buNone/>
              <a:defRPr sz="3150"/>
            </a:lvl7pPr>
            <a:lvl8pPr marL="5040630" indent="0">
              <a:buNone/>
              <a:defRPr sz="3150"/>
            </a:lvl8pPr>
            <a:lvl9pPr marL="5760720" indent="0">
              <a:buNone/>
              <a:defRPr sz="315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667" y="3291840"/>
            <a:ext cx="6193273" cy="6098541"/>
          </a:xfrm>
        </p:spPr>
        <p:txBody>
          <a:bodyPr/>
          <a:lstStyle>
            <a:lvl1pPr marL="0" indent="0">
              <a:buNone/>
              <a:defRPr sz="2520"/>
            </a:lvl1pPr>
            <a:lvl2pPr marL="720090" indent="0">
              <a:buNone/>
              <a:defRPr sz="2205"/>
            </a:lvl2pPr>
            <a:lvl3pPr marL="1440180" indent="0">
              <a:buNone/>
              <a:defRPr sz="1890"/>
            </a:lvl3pPr>
            <a:lvl4pPr marL="2160270" indent="0">
              <a:buNone/>
              <a:defRPr sz="1575"/>
            </a:lvl4pPr>
            <a:lvl5pPr marL="2880360" indent="0">
              <a:buNone/>
              <a:defRPr sz="1575"/>
            </a:lvl5pPr>
            <a:lvl6pPr marL="3600450" indent="0">
              <a:buNone/>
              <a:defRPr sz="1575"/>
            </a:lvl6pPr>
            <a:lvl7pPr marL="4320540" indent="0">
              <a:buNone/>
              <a:defRPr sz="1575"/>
            </a:lvl7pPr>
            <a:lvl8pPr marL="5040630" indent="0">
              <a:buNone/>
              <a:defRPr sz="1575"/>
            </a:lvl8pPr>
            <a:lvl9pPr marL="5760720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14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76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741717" y="584200"/>
            <a:ext cx="4140518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20165" y="584200"/>
            <a:ext cx="12181523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1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20165" y="584201"/>
            <a:ext cx="1656207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0165" y="2921000"/>
            <a:ext cx="1656207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0165" y="10170161"/>
            <a:ext cx="432054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655BB-EE62-45BE-88D8-58CA640B5BD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60795" y="10170161"/>
            <a:ext cx="648081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561695" y="10170161"/>
            <a:ext cx="432054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B1B4A-2214-4498-AC8B-2ABFACBC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2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1440180" rtl="0" eaLnBrk="1" latinLnBrk="0" hangingPunct="1">
        <a:lnSpc>
          <a:spcPct val="90000"/>
        </a:lnSpc>
        <a:spcBef>
          <a:spcPct val="0"/>
        </a:spcBef>
        <a:buNone/>
        <a:defRPr sz="69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144018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1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35" indent="-360045" algn="l" defTabSz="144018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800225" indent="-360045" algn="l" defTabSz="144018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20315" indent="-360045" algn="l" defTabSz="144018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40405" indent="-360045" algn="l" defTabSz="144018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60495" indent="-360045" algn="l" defTabSz="144018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80585" indent="-360045" algn="l" defTabSz="144018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400675" indent="-360045" algn="l" defTabSz="144018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20765" indent="-360045" algn="l" defTabSz="144018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94;p251" descr="A person holding a phone&#10;&#10;AI-generated content may be incorrect.">
            <a:extLst>
              <a:ext uri="{FF2B5EF4-FFF2-40B4-BE49-F238E27FC236}">
                <a16:creationId xmlns:a16="http://schemas.microsoft.com/office/drawing/2014/main" id="{2AEA3E64-B299-D2B5-1121-4748A5E223E6}"/>
              </a:ext>
            </a:extLst>
          </p:cNvPr>
          <p:cNvPicPr preferRelativeResize="0"/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31" y="85726"/>
            <a:ext cx="19202369" cy="10801348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88D696-6F5D-4A38-F2AF-A37CC234C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0" y="1853445"/>
            <a:ext cx="14401800" cy="45683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[CLIENT NAME]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3192B-258B-100F-FD66-39B2EF348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0" y="6636793"/>
            <a:ext cx="14401800" cy="172997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Business Development Brief</a:t>
            </a:r>
          </a:p>
        </p:txBody>
      </p:sp>
    </p:spTree>
    <p:extLst>
      <p:ext uri="{BB962C8B-B14F-4D97-AF65-F5344CB8AC3E}">
        <p14:creationId xmlns:p14="http://schemas.microsoft.com/office/powerpoint/2010/main" val="2583531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23F7-E90D-D430-BF20-A61A0CA5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885" y="201887"/>
            <a:ext cx="16562070" cy="969367"/>
          </a:xfrm>
        </p:spPr>
        <p:txBody>
          <a:bodyPr>
            <a:normAutofit/>
          </a:bodyPr>
          <a:lstStyle/>
          <a:p>
            <a:r>
              <a:rPr lang="en-US" sz="4400"/>
              <a:t>Client Overview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3A6E6D-081A-867E-3B9F-82DDFF410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311048"/>
              </p:ext>
            </p:extLst>
          </p:nvPr>
        </p:nvGraphicFramePr>
        <p:xfrm>
          <a:off x="920006" y="4804614"/>
          <a:ext cx="8088924" cy="18288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522327">
                  <a:extLst>
                    <a:ext uri="{9D8B030D-6E8A-4147-A177-3AD203B41FA5}">
                      <a16:colId xmlns:a16="http://schemas.microsoft.com/office/drawing/2014/main" val="4005202755"/>
                    </a:ext>
                  </a:extLst>
                </a:gridCol>
                <a:gridCol w="1798655">
                  <a:extLst>
                    <a:ext uri="{9D8B030D-6E8A-4147-A177-3AD203B41FA5}">
                      <a16:colId xmlns:a16="http://schemas.microsoft.com/office/drawing/2014/main" val="3344978142"/>
                    </a:ext>
                  </a:extLst>
                </a:gridCol>
                <a:gridCol w="2592475">
                  <a:extLst>
                    <a:ext uri="{9D8B030D-6E8A-4147-A177-3AD203B41FA5}">
                      <a16:colId xmlns:a16="http://schemas.microsoft.com/office/drawing/2014/main" val="1254065355"/>
                    </a:ext>
                  </a:extLst>
                </a:gridCol>
                <a:gridCol w="2175467">
                  <a:extLst>
                    <a:ext uri="{9D8B030D-6E8A-4147-A177-3AD203B41FA5}">
                      <a16:colId xmlns:a16="http://schemas.microsoft.com/office/drawing/2014/main" val="237451600"/>
                    </a:ext>
                  </a:extLst>
                </a:gridCol>
              </a:tblGrid>
              <a:tr h="372221">
                <a:tc>
                  <a:txBody>
                    <a:bodyPr/>
                    <a:lstStyle/>
                    <a:p>
                      <a:r>
                        <a:rPr lang="en-US" sz="1200"/>
                        <a:t>Name</a:t>
                      </a:r>
                    </a:p>
                  </a:txBody>
                  <a:tcPr>
                    <a:solidFill>
                      <a:srgbClr val="020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Roles</a:t>
                      </a:r>
                    </a:p>
                  </a:txBody>
                  <a:tcPr>
                    <a:solidFill>
                      <a:srgbClr val="020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Influence Map</a:t>
                      </a:r>
                    </a:p>
                    <a:p>
                      <a:r>
                        <a:rPr lang="en-US" sz="1200"/>
                        <a:t>(Decision/Influence/User)</a:t>
                      </a:r>
                    </a:p>
                  </a:txBody>
                  <a:tcPr>
                    <a:solidFill>
                      <a:srgbClr val="020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Relationship with Granite</a:t>
                      </a:r>
                    </a:p>
                  </a:txBody>
                  <a:tcPr>
                    <a:solidFill>
                      <a:srgbClr val="020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224041"/>
                  </a:ext>
                </a:extLst>
              </a:tr>
              <a:tr h="43458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411906"/>
                  </a:ext>
                </a:extLst>
              </a:tr>
              <a:tr h="43458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820346"/>
                  </a:ext>
                </a:extLst>
              </a:tr>
              <a:tr h="43458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52480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F02BB6C-2663-2C9B-7C7D-41C20B093F17}"/>
              </a:ext>
            </a:extLst>
          </p:cNvPr>
          <p:cNvSpPr/>
          <p:nvPr/>
        </p:nvSpPr>
        <p:spPr>
          <a:xfrm>
            <a:off x="890423" y="7721351"/>
            <a:ext cx="3988341" cy="277055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F4907-C594-B4DD-95AD-0A7B03C15772}"/>
              </a:ext>
            </a:extLst>
          </p:cNvPr>
          <p:cNvSpPr txBox="1"/>
          <p:nvPr/>
        </p:nvSpPr>
        <p:spPr>
          <a:xfrm>
            <a:off x="808230" y="7336716"/>
            <a:ext cx="264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Business Goals and Priorities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4195E7-6223-9F32-F8A2-34245FD867DC}"/>
              </a:ext>
            </a:extLst>
          </p:cNvPr>
          <p:cNvSpPr/>
          <p:nvPr/>
        </p:nvSpPr>
        <p:spPr>
          <a:xfrm>
            <a:off x="9356811" y="1644469"/>
            <a:ext cx="4376791" cy="154897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A80E2-86A9-8219-C4C4-5FEE4EAD2BEA}"/>
              </a:ext>
            </a:extLst>
          </p:cNvPr>
          <p:cNvSpPr txBox="1"/>
          <p:nvPr/>
        </p:nvSpPr>
        <p:spPr>
          <a:xfrm>
            <a:off x="9356811" y="1267259"/>
            <a:ext cx="264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Current Challenges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09BC6-BC5B-65E8-912D-A9475473DF22}"/>
              </a:ext>
            </a:extLst>
          </p:cNvPr>
          <p:cNvSpPr txBox="1"/>
          <p:nvPr/>
        </p:nvSpPr>
        <p:spPr>
          <a:xfrm>
            <a:off x="847866" y="4392642"/>
            <a:ext cx="4676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Stakeholder and Influence Map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0C7723-0405-7A7C-E89A-42A4178BE4D0}"/>
              </a:ext>
            </a:extLst>
          </p:cNvPr>
          <p:cNvSpPr txBox="1"/>
          <p:nvPr/>
        </p:nvSpPr>
        <p:spPr>
          <a:xfrm>
            <a:off x="968684" y="7819865"/>
            <a:ext cx="3221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Strategic goals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DB442F-D1D5-54A0-E95A-6CB1E1F8F873}"/>
              </a:ext>
            </a:extLst>
          </p:cNvPr>
          <p:cNvSpPr/>
          <p:nvPr/>
        </p:nvSpPr>
        <p:spPr>
          <a:xfrm>
            <a:off x="4991006" y="7721351"/>
            <a:ext cx="3988341" cy="275008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385526-927A-F9B4-4AC3-6F1F2ACDAAF5}"/>
              </a:ext>
            </a:extLst>
          </p:cNvPr>
          <p:cNvSpPr txBox="1"/>
          <p:nvPr/>
        </p:nvSpPr>
        <p:spPr>
          <a:xfrm>
            <a:off x="4991006" y="7787928"/>
            <a:ext cx="3221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Short term priorities ( 3 – 6 months)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E8B7FC-E893-5412-8B8D-04F5C642ADFE}"/>
              </a:ext>
            </a:extLst>
          </p:cNvPr>
          <p:cNvSpPr txBox="1"/>
          <p:nvPr/>
        </p:nvSpPr>
        <p:spPr>
          <a:xfrm>
            <a:off x="4991006" y="9017009"/>
            <a:ext cx="3221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Long term priorities ( 6 – 24 months)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3ECA95-A9F3-8DB7-5009-85C65B8FA7CA}"/>
              </a:ext>
            </a:extLst>
          </p:cNvPr>
          <p:cNvSpPr/>
          <p:nvPr/>
        </p:nvSpPr>
        <p:spPr>
          <a:xfrm>
            <a:off x="9356811" y="4956959"/>
            <a:ext cx="4376791" cy="170686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749A7E-087B-7C68-CB3C-E2D961B53F2A}"/>
              </a:ext>
            </a:extLst>
          </p:cNvPr>
          <p:cNvSpPr/>
          <p:nvPr/>
        </p:nvSpPr>
        <p:spPr>
          <a:xfrm>
            <a:off x="9356811" y="3270740"/>
            <a:ext cx="4376791" cy="154897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A4A7B3-157D-59F7-89F4-3E2D3771A8F5}"/>
              </a:ext>
            </a:extLst>
          </p:cNvPr>
          <p:cNvSpPr txBox="1"/>
          <p:nvPr/>
        </p:nvSpPr>
        <p:spPr>
          <a:xfrm>
            <a:off x="9356811" y="1693238"/>
            <a:ext cx="202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Business Challenges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6983E1-0242-D72F-4538-982F5B165A1E}"/>
              </a:ext>
            </a:extLst>
          </p:cNvPr>
          <p:cNvSpPr txBox="1"/>
          <p:nvPr/>
        </p:nvSpPr>
        <p:spPr>
          <a:xfrm>
            <a:off x="9328176" y="3266810"/>
            <a:ext cx="202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Technology Challenges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47CE12-37E1-6303-945B-0FE696D5ED2A}"/>
              </a:ext>
            </a:extLst>
          </p:cNvPr>
          <p:cNvSpPr txBox="1"/>
          <p:nvPr/>
        </p:nvSpPr>
        <p:spPr>
          <a:xfrm>
            <a:off x="9356812" y="4951757"/>
            <a:ext cx="202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Process Challenges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5138B2-D72C-7A68-9F40-C8886B87FDE0}"/>
              </a:ext>
            </a:extLst>
          </p:cNvPr>
          <p:cNvSpPr txBox="1"/>
          <p:nvPr/>
        </p:nvSpPr>
        <p:spPr>
          <a:xfrm>
            <a:off x="9288797" y="6741022"/>
            <a:ext cx="264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KPIs &amp; Success Measures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C78EC69-3B1A-242E-B87C-93D80D4BF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636509"/>
              </p:ext>
            </p:extLst>
          </p:nvPr>
        </p:nvGraphicFramePr>
        <p:xfrm>
          <a:off x="9356811" y="7149408"/>
          <a:ext cx="4376792" cy="3354623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2152471">
                  <a:extLst>
                    <a:ext uri="{9D8B030D-6E8A-4147-A177-3AD203B41FA5}">
                      <a16:colId xmlns:a16="http://schemas.microsoft.com/office/drawing/2014/main" val="2998187556"/>
                    </a:ext>
                  </a:extLst>
                </a:gridCol>
                <a:gridCol w="2224321">
                  <a:extLst>
                    <a:ext uri="{9D8B030D-6E8A-4147-A177-3AD203B41FA5}">
                      <a16:colId xmlns:a16="http://schemas.microsoft.com/office/drawing/2014/main" val="2559147561"/>
                    </a:ext>
                  </a:extLst>
                </a:gridCol>
              </a:tblGrid>
              <a:tr h="422550">
                <a:tc>
                  <a:txBody>
                    <a:bodyPr/>
                    <a:lstStyle/>
                    <a:p>
                      <a:r>
                        <a:rPr lang="en-US" sz="1400"/>
                        <a:t>KPIs</a:t>
                      </a:r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Targets</a:t>
                      </a:r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161065"/>
                  </a:ext>
                </a:extLst>
              </a:tr>
              <a:tr h="3967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947653"/>
                  </a:ext>
                </a:extLst>
              </a:tr>
              <a:tr h="422550">
                <a:tc>
                  <a:txBody>
                    <a:bodyPr/>
                    <a:lstStyle/>
                    <a:p>
                      <a:r>
                        <a:rPr lang="en-US" sz="1200"/>
                        <a:t>                                                 </a:t>
                      </a:r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374485"/>
                  </a:ext>
                </a:extLst>
              </a:tr>
              <a:tr h="42255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32329"/>
                  </a:ext>
                </a:extLst>
              </a:tr>
              <a:tr h="42255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865195"/>
                  </a:ext>
                </a:extLst>
              </a:tr>
              <a:tr h="42255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6338869"/>
                  </a:ext>
                </a:extLst>
              </a:tr>
              <a:tr h="42255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047655"/>
                  </a:ext>
                </a:extLst>
              </a:tr>
              <a:tr h="42255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08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37382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3B889990-E4BD-874A-0DB0-812861230E27}"/>
              </a:ext>
            </a:extLst>
          </p:cNvPr>
          <p:cNvSpPr txBox="1"/>
          <p:nvPr/>
        </p:nvSpPr>
        <p:spPr>
          <a:xfrm>
            <a:off x="13972853" y="1269024"/>
            <a:ext cx="264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Competitive Landscape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74A784-84D5-DB2F-4DB9-323BE0FCE978}"/>
              </a:ext>
            </a:extLst>
          </p:cNvPr>
          <p:cNvSpPr/>
          <p:nvPr/>
        </p:nvSpPr>
        <p:spPr>
          <a:xfrm>
            <a:off x="14073407" y="1688175"/>
            <a:ext cx="4376791" cy="111974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51D5C9-1582-629E-E757-01EDF0E55B82}"/>
              </a:ext>
            </a:extLst>
          </p:cNvPr>
          <p:cNvSpPr txBox="1"/>
          <p:nvPr/>
        </p:nvSpPr>
        <p:spPr>
          <a:xfrm>
            <a:off x="14044772" y="1690111"/>
            <a:ext cx="437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Who are the industry leaders, who do they benchmark against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70CB58-621E-B556-8B83-558D9BCD97DF}"/>
              </a:ext>
            </a:extLst>
          </p:cNvPr>
          <p:cNvSpPr/>
          <p:nvPr/>
        </p:nvSpPr>
        <p:spPr>
          <a:xfrm>
            <a:off x="14073407" y="2919297"/>
            <a:ext cx="4376791" cy="212737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82FF37-58E2-40B3-FCF4-B94CBFB98212}"/>
              </a:ext>
            </a:extLst>
          </p:cNvPr>
          <p:cNvSpPr txBox="1"/>
          <p:nvPr/>
        </p:nvSpPr>
        <p:spPr>
          <a:xfrm>
            <a:off x="14073408" y="2919297"/>
            <a:ext cx="437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Other Vendors in play/ Clients perception on the Vendor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FBECFB-1BE8-8EFE-B879-C99741AB2231}"/>
              </a:ext>
            </a:extLst>
          </p:cNvPr>
          <p:cNvSpPr txBox="1"/>
          <p:nvPr/>
        </p:nvSpPr>
        <p:spPr>
          <a:xfrm>
            <a:off x="14006104" y="5046667"/>
            <a:ext cx="264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Budget and Procurement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CFA940-7CB3-CC2C-0237-13C9D7D1B565}"/>
              </a:ext>
            </a:extLst>
          </p:cNvPr>
          <p:cNvSpPr txBox="1"/>
          <p:nvPr/>
        </p:nvSpPr>
        <p:spPr>
          <a:xfrm>
            <a:off x="14044772" y="5472647"/>
            <a:ext cx="1948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Budget Owners: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ADD807-3C77-A91F-5443-689250C5B0C5}"/>
              </a:ext>
            </a:extLst>
          </p:cNvPr>
          <p:cNvSpPr txBox="1"/>
          <p:nvPr/>
        </p:nvSpPr>
        <p:spPr>
          <a:xfrm>
            <a:off x="14044772" y="5989568"/>
            <a:ext cx="1948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Indicative Budgets: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C57C63-F321-ACE3-C4C7-A18EF23CD16A}"/>
              </a:ext>
            </a:extLst>
          </p:cNvPr>
          <p:cNvSpPr txBox="1"/>
          <p:nvPr/>
        </p:nvSpPr>
        <p:spPr>
          <a:xfrm>
            <a:off x="14044771" y="6266567"/>
            <a:ext cx="4589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Procurement process &amp; notes: (RFP-driven , partner referrals </a:t>
            </a:r>
            <a:r>
              <a:rPr lang="en-US" sz="1200" err="1"/>
              <a:t>etc</a:t>
            </a:r>
            <a:endParaRPr lang="en-US" sz="12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97850F-871D-EDE7-57AE-A96927E65E8A}"/>
              </a:ext>
            </a:extLst>
          </p:cNvPr>
          <p:cNvSpPr txBox="1"/>
          <p:nvPr/>
        </p:nvSpPr>
        <p:spPr>
          <a:xfrm>
            <a:off x="14044772" y="5731108"/>
            <a:ext cx="1948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Budget Approvers: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765CF1-0ED1-C3EE-5E74-9C4C4B4B7869}"/>
              </a:ext>
            </a:extLst>
          </p:cNvPr>
          <p:cNvSpPr txBox="1"/>
          <p:nvPr/>
        </p:nvSpPr>
        <p:spPr>
          <a:xfrm>
            <a:off x="14044771" y="7336716"/>
            <a:ext cx="264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Risks &amp; Blockers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01A62D-40A4-7038-CF54-3C03D7F57AA2}"/>
              </a:ext>
            </a:extLst>
          </p:cNvPr>
          <p:cNvSpPr txBox="1"/>
          <p:nvPr/>
        </p:nvSpPr>
        <p:spPr>
          <a:xfrm>
            <a:off x="14062132" y="7644493"/>
            <a:ext cx="457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Potential blockers: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B1EAC6-C697-54C2-1F9C-86D33BC89615}"/>
              </a:ext>
            </a:extLst>
          </p:cNvPr>
          <p:cNvSpPr txBox="1"/>
          <p:nvPr/>
        </p:nvSpPr>
        <p:spPr>
          <a:xfrm>
            <a:off x="14062132" y="8787065"/>
            <a:ext cx="457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Risk factors for the Bid: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C8C779-4E28-8FDC-ABA1-6268BE1CDCDB}"/>
              </a:ext>
            </a:extLst>
          </p:cNvPr>
          <p:cNvSpPr txBox="1"/>
          <p:nvPr/>
        </p:nvSpPr>
        <p:spPr>
          <a:xfrm>
            <a:off x="14062132" y="9510341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Mitigation Strategy:</a:t>
            </a:r>
          </a:p>
          <a:p>
            <a:endParaRPr lang="en-US" sz="1200"/>
          </a:p>
          <a:p>
            <a:r>
              <a:rPr lang="en-US" sz="1200"/>
              <a:t>&lt;&lt; Champions for Granite that can influence the bid&gt;&gt;</a:t>
            </a:r>
          </a:p>
          <a:p>
            <a:r>
              <a:rPr lang="en-US" sz="1200"/>
              <a:t>&lt;&lt; Strategy to make the bid attractive&gt;&gt;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CD3AB1-3E93-236B-2924-BAE8DC7A92F6}"/>
              </a:ext>
            </a:extLst>
          </p:cNvPr>
          <p:cNvSpPr txBox="1"/>
          <p:nvPr/>
        </p:nvSpPr>
        <p:spPr>
          <a:xfrm>
            <a:off x="853885" y="1256100"/>
            <a:ext cx="264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Context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29025CE-1C32-DE14-68FF-8D83D33E9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22996"/>
              </p:ext>
            </p:extLst>
          </p:nvPr>
        </p:nvGraphicFramePr>
        <p:xfrm>
          <a:off x="920006" y="1648723"/>
          <a:ext cx="8059341" cy="23827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2584734">
                  <a:extLst>
                    <a:ext uri="{9D8B030D-6E8A-4147-A177-3AD203B41FA5}">
                      <a16:colId xmlns:a16="http://schemas.microsoft.com/office/drawing/2014/main" val="433434798"/>
                    </a:ext>
                  </a:extLst>
                </a:gridCol>
                <a:gridCol w="5474607">
                  <a:extLst>
                    <a:ext uri="{9D8B030D-6E8A-4147-A177-3AD203B41FA5}">
                      <a16:colId xmlns:a16="http://schemas.microsoft.com/office/drawing/2014/main" val="3198901537"/>
                    </a:ext>
                  </a:extLst>
                </a:gridCol>
              </a:tblGrid>
              <a:tr h="953307">
                <a:tc>
                  <a:txBody>
                    <a:bodyPr/>
                    <a:lstStyle/>
                    <a:p>
                      <a:r>
                        <a:rPr lang="en-US" sz="1200"/>
                        <a:t>Organization overview</a:t>
                      </a:r>
                    </a:p>
                  </a:txBody>
                  <a:tcPr>
                    <a:solidFill>
                      <a:srgbClr val="0208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401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Size of the business</a:t>
                      </a:r>
                    </a:p>
                    <a:p>
                      <a:pPr marL="0" marR="0" lvl="0" indent="0" algn="l" defTabSz="14401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Industry</a:t>
                      </a:r>
                    </a:p>
                    <a:p>
                      <a:pPr marL="0" marR="0" lvl="0" indent="0" algn="l" defTabSz="14401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Region focus</a:t>
                      </a:r>
                    </a:p>
                    <a:p>
                      <a:pPr marL="0" marR="0" lvl="0" indent="0" algn="l" defTabSz="14401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Digital/Data or AI maturity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340107"/>
                  </a:ext>
                </a:extLst>
              </a:tr>
              <a:tr h="476166">
                <a:tc>
                  <a:txBody>
                    <a:bodyPr/>
                    <a:lstStyle/>
                    <a:p>
                      <a:r>
                        <a:rPr lang="en-US" sz="1200"/>
                        <a:t>Business Model</a:t>
                      </a:r>
                    </a:p>
                  </a:txBody>
                  <a:tcPr>
                    <a:solidFill>
                      <a:srgbClr val="020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B2B, B2B2C, B2C </a:t>
                      </a:r>
                      <a:r>
                        <a:rPr lang="en-US" sz="1200" err="1"/>
                        <a:t>etc</a:t>
                      </a:r>
                      <a:endParaRPr lang="en-US" sz="120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74006"/>
                  </a:ext>
                </a:extLst>
              </a:tr>
              <a:tr h="953307">
                <a:tc>
                  <a:txBody>
                    <a:bodyPr/>
                    <a:lstStyle/>
                    <a:p>
                      <a:r>
                        <a:rPr lang="en-US" sz="1200"/>
                        <a:t>Recent News</a:t>
                      </a:r>
                    </a:p>
                  </a:txBody>
                  <a:tcPr>
                    <a:solidFill>
                      <a:srgbClr val="020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Partnerships, Expansion, leadership changes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349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55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925AB-3E78-2D7B-8D78-3EA675B07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DA8B4A7-8B3F-15CB-2F8E-371D30414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885" y="201887"/>
            <a:ext cx="16562070" cy="969367"/>
          </a:xfrm>
        </p:spPr>
        <p:txBody>
          <a:bodyPr>
            <a:normAutofit/>
          </a:bodyPr>
          <a:lstStyle/>
          <a:p>
            <a:r>
              <a:rPr lang="en-US" sz="4400"/>
              <a:t>Granite MENA Opportunity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887B37-D41A-459D-40E2-0B40434AD07F}"/>
              </a:ext>
            </a:extLst>
          </p:cNvPr>
          <p:cNvSpPr/>
          <p:nvPr/>
        </p:nvSpPr>
        <p:spPr>
          <a:xfrm>
            <a:off x="952550" y="1757485"/>
            <a:ext cx="6157167" cy="313301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2FAF3C-787D-B6CD-3AE1-313DCC84CFC0}"/>
              </a:ext>
            </a:extLst>
          </p:cNvPr>
          <p:cNvSpPr txBox="1"/>
          <p:nvPr/>
        </p:nvSpPr>
        <p:spPr>
          <a:xfrm>
            <a:off x="952550" y="1757485"/>
            <a:ext cx="3272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How can we add value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3B27914-A045-A411-5309-2CBDE16B2AE0}"/>
              </a:ext>
            </a:extLst>
          </p:cNvPr>
          <p:cNvSpPr/>
          <p:nvPr/>
        </p:nvSpPr>
        <p:spPr>
          <a:xfrm>
            <a:off x="2582477" y="2691929"/>
            <a:ext cx="2897312" cy="770562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Map client goals to Granite’s capabilities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List the Granite partners that can help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Should have high level solutioning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CD5953-B93A-C762-27CA-CB2FE6791AB2}"/>
              </a:ext>
            </a:extLst>
          </p:cNvPr>
          <p:cNvSpPr/>
          <p:nvPr/>
        </p:nvSpPr>
        <p:spPr>
          <a:xfrm>
            <a:off x="952550" y="5147857"/>
            <a:ext cx="6157167" cy="313301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F3D4E3-BE96-BF25-99FE-47FC89184C39}"/>
              </a:ext>
            </a:extLst>
          </p:cNvPr>
          <p:cNvSpPr txBox="1"/>
          <p:nvPr/>
        </p:nvSpPr>
        <p:spPr>
          <a:xfrm>
            <a:off x="952550" y="5189004"/>
            <a:ext cx="3272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Quick wins and pilot ideas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379B846-2871-4C81-2AD9-7EB763174EB2}"/>
              </a:ext>
            </a:extLst>
          </p:cNvPr>
          <p:cNvSpPr/>
          <p:nvPr/>
        </p:nvSpPr>
        <p:spPr>
          <a:xfrm>
            <a:off x="2582477" y="5824943"/>
            <a:ext cx="2897312" cy="770562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Map to short term goals, 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Identify advocates/ influencers and solve for what they need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61F6D79-F5E6-4300-4A1A-85A9F42C153B}"/>
              </a:ext>
            </a:extLst>
          </p:cNvPr>
          <p:cNvSpPr/>
          <p:nvPr/>
        </p:nvSpPr>
        <p:spPr>
          <a:xfrm>
            <a:off x="7368283" y="1757485"/>
            <a:ext cx="6157167" cy="313301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ED7C58-EDF4-1521-B70C-CC813D8F8662}"/>
              </a:ext>
            </a:extLst>
          </p:cNvPr>
          <p:cNvSpPr txBox="1"/>
          <p:nvPr/>
        </p:nvSpPr>
        <p:spPr>
          <a:xfrm>
            <a:off x="7372186" y="1798632"/>
            <a:ext cx="4443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Long term Opportunities/ Business potential for Granite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D08EBF-0046-8CA8-E2A9-A8AF6D6E4C87}"/>
              </a:ext>
            </a:extLst>
          </p:cNvPr>
          <p:cNvSpPr/>
          <p:nvPr/>
        </p:nvSpPr>
        <p:spPr>
          <a:xfrm>
            <a:off x="7372186" y="5147857"/>
            <a:ext cx="6157167" cy="313301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4BD328-53B9-4328-D056-539D3FFE5AAB}"/>
              </a:ext>
            </a:extLst>
          </p:cNvPr>
          <p:cNvSpPr txBox="1"/>
          <p:nvPr/>
        </p:nvSpPr>
        <p:spPr>
          <a:xfrm>
            <a:off x="7372186" y="5189004"/>
            <a:ext cx="4443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Differentiators to highlight in the Bid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990C11-BC48-C096-6D9F-C48642100525}"/>
              </a:ext>
            </a:extLst>
          </p:cNvPr>
          <p:cNvSpPr/>
          <p:nvPr/>
        </p:nvSpPr>
        <p:spPr>
          <a:xfrm>
            <a:off x="13791822" y="1757485"/>
            <a:ext cx="4979063" cy="652338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E754BA-517E-AC17-7A6A-EE8C604AEC7C}"/>
              </a:ext>
            </a:extLst>
          </p:cNvPr>
          <p:cNvSpPr txBox="1"/>
          <p:nvPr/>
        </p:nvSpPr>
        <p:spPr>
          <a:xfrm>
            <a:off x="13791822" y="1880595"/>
            <a:ext cx="4225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Notes to craft the Bid win strategy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92005B-CD40-FE06-4655-50CEF3EBFAB3}"/>
              </a:ext>
            </a:extLst>
          </p:cNvPr>
          <p:cNvSpPr txBox="1"/>
          <p:nvPr/>
        </p:nvSpPr>
        <p:spPr>
          <a:xfrm>
            <a:off x="13787919" y="2311482"/>
            <a:ext cx="4695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0000"/>
                </a:solidFill>
              </a:rPr>
              <a:t>Granite’s value proposition should align with client’s business priorities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0000"/>
                </a:solidFill>
              </a:rPr>
              <a:t>Solution should address the challenges and help to achieve the target KPIs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0000"/>
                </a:solidFill>
              </a:rPr>
              <a:t>Stakeholders, Influencer map, and Competitive landscape should dictate the selling strategy or story line for the proposal</a:t>
            </a:r>
          </a:p>
        </p:txBody>
      </p:sp>
    </p:spTree>
    <p:extLst>
      <p:ext uri="{BB962C8B-B14F-4D97-AF65-F5344CB8AC3E}">
        <p14:creationId xmlns:p14="http://schemas.microsoft.com/office/powerpoint/2010/main" val="3824242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0e2a14-1ea6-411f-a475-d2dd3e95c614">
      <Terms xmlns="http://schemas.microsoft.com/office/infopath/2007/PartnerControls"/>
    </lcf76f155ced4ddcb4097134ff3c332f>
    <TaxCatchAll xmlns="19b8ab84-e1a0-4dea-a0e6-55406a6f56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004B2859356E4F85403ECF08B8D28B" ma:contentTypeVersion="12" ma:contentTypeDescription="Create a new document." ma:contentTypeScope="" ma:versionID="3f663b1428885a2b53043f1085c75301">
  <xsd:schema xmlns:xsd="http://www.w3.org/2001/XMLSchema" xmlns:xs="http://www.w3.org/2001/XMLSchema" xmlns:p="http://schemas.microsoft.com/office/2006/metadata/properties" xmlns:ns2="180e2a14-1ea6-411f-a475-d2dd3e95c614" xmlns:ns3="19b8ab84-e1a0-4dea-a0e6-55406a6f56c2" targetNamespace="http://schemas.microsoft.com/office/2006/metadata/properties" ma:root="true" ma:fieldsID="0bebf883b5cf5834fc22af10848b51df" ns2:_="" ns3:_="">
    <xsd:import namespace="180e2a14-1ea6-411f-a475-d2dd3e95c614"/>
    <xsd:import namespace="19b8ab84-e1a0-4dea-a0e6-55406a6f56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e2a14-1ea6-411f-a475-d2dd3e95c6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06565df-faa8-40cc-9b32-312a9b0562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b8ab84-e1a0-4dea-a0e6-55406a6f56c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c8888f5-3890-4468-a77e-7de24e71503e}" ma:internalName="TaxCatchAll" ma:showField="CatchAllData" ma:web="19b8ab84-e1a0-4dea-a0e6-55406a6f56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37AA74-B383-47D6-A0E0-108D53938C43}">
  <ds:schemaRefs>
    <ds:schemaRef ds:uri="180e2a14-1ea6-411f-a475-d2dd3e95c614"/>
    <ds:schemaRef ds:uri="19b8ab84-e1a0-4dea-a0e6-55406a6f56c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DA024DE-C67B-4807-A7D0-D99FE3A96F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68FF3F-7575-4133-AC22-F1516849D07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285</Words>
  <Application>Microsoft Macintosh PowerPoint</Application>
  <PresentationFormat>Custom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[CLIENT NAME]</vt:lpstr>
      <vt:lpstr>Client Overview</vt:lpstr>
      <vt:lpstr>Granite MENA Opportunity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Sowjanya Gummella</dc:creator>
  <cp:lastModifiedBy>Anna Fakir</cp:lastModifiedBy>
  <cp:revision>1</cp:revision>
  <dcterms:created xsi:type="dcterms:W3CDTF">2025-08-01T10:30:39Z</dcterms:created>
  <dcterms:modified xsi:type="dcterms:W3CDTF">2025-09-24T06:38:34Z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0x010100E5004B2859356E4F85403ECF08B8D28B</vt:lpwstr>
  </property>
  <property fmtid="{D5CDD505-2E9C-101B-9397-08002B2CF9AE}" pid="3" name="MediaServiceImageTags">
    <vt:lpwstr/>
  </property>
</Properties>
</file>